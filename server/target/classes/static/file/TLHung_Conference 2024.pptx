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9"/>
  </p:notesMasterIdLst>
  <p:handoutMasterIdLst>
    <p:handoutMasterId r:id="rId30"/>
  </p:handoutMasterIdLst>
  <p:sldIdLst>
    <p:sldId id="256" r:id="rId5"/>
    <p:sldId id="288" r:id="rId6"/>
    <p:sldId id="289" r:id="rId7"/>
    <p:sldId id="329" r:id="rId8"/>
    <p:sldId id="260" r:id="rId9"/>
    <p:sldId id="741" r:id="rId10"/>
    <p:sldId id="742" r:id="rId11"/>
    <p:sldId id="743" r:id="rId12"/>
    <p:sldId id="730" r:id="rId13"/>
    <p:sldId id="507" r:id="rId14"/>
    <p:sldId id="731" r:id="rId15"/>
    <p:sldId id="732" r:id="rId16"/>
    <p:sldId id="735" r:id="rId17"/>
    <p:sldId id="744" r:id="rId18"/>
    <p:sldId id="736" r:id="rId19"/>
    <p:sldId id="737" r:id="rId20"/>
    <p:sldId id="738" r:id="rId21"/>
    <p:sldId id="739" r:id="rId22"/>
    <p:sldId id="745" r:id="rId23"/>
    <p:sldId id="747" r:id="rId24"/>
    <p:sldId id="748" r:id="rId25"/>
    <p:sldId id="317" r:id="rId26"/>
    <p:sldId id="740" r:id="rId27"/>
    <p:sldId id="27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64B4"/>
    <a:srgbClr val="78B0DD"/>
    <a:srgbClr val="FFFFFF"/>
    <a:srgbClr val="D0EBFE"/>
    <a:srgbClr val="1F4268"/>
    <a:srgbClr val="0B1218"/>
    <a:srgbClr val="85BC42"/>
    <a:srgbClr val="D0D85D"/>
    <a:srgbClr val="D82C03"/>
    <a:srgbClr val="FBE6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59" autoAdjust="0"/>
    <p:restoredTop sz="94607" autoAdjust="0"/>
  </p:normalViewPr>
  <p:slideViewPr>
    <p:cSldViewPr snapToGrid="0">
      <p:cViewPr varScale="1">
        <p:scale>
          <a:sx n="108" d="100"/>
          <a:sy n="108" d="100"/>
        </p:scale>
        <p:origin x="870" y="96"/>
      </p:cViewPr>
      <p:guideLst/>
    </p:cSldViewPr>
  </p:slideViewPr>
  <p:outlineViewPr>
    <p:cViewPr>
      <p:scale>
        <a:sx n="33" d="100"/>
        <a:sy n="33" d="100"/>
      </p:scale>
      <p:origin x="0" y="-17394"/>
    </p:cViewPr>
  </p:outlineViewPr>
  <p:notesTextViewPr>
    <p:cViewPr>
      <p:scale>
        <a:sx n="3" d="2"/>
        <a:sy n="3" d="2"/>
      </p:scale>
      <p:origin x="0" y="0"/>
    </p:cViewPr>
  </p:notesTextViewPr>
  <p:sorterViewPr>
    <p:cViewPr>
      <p:scale>
        <a:sx n="100" d="100"/>
        <a:sy n="100" d="100"/>
      </p:scale>
      <p:origin x="0" y="-3341"/>
    </p:cViewPr>
  </p:sorterViewPr>
  <p:notesViewPr>
    <p:cSldViewPr snapToGrid="0">
      <p:cViewPr>
        <p:scale>
          <a:sx n="50" d="100"/>
          <a:sy n="50" d="100"/>
        </p:scale>
        <p:origin x="2640" y="3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12/11/2024</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8F815A-5A10-42A8-9FEC-3938D2D9BA48}" type="datetimeFigureOut">
              <a:rPr lang="en-US" noProof="0" smtClean="0"/>
              <a:t>12/11/2024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649DAF-093F-4482-AA38-346E9A2DEE94}" type="slidenum">
              <a:rPr lang="en-US" noProof="0" smtClean="0"/>
              <a:t>‹#›</a:t>
            </a:fld>
            <a:endParaRPr lang="en-US" noProof="0" dirty="0"/>
          </a:p>
        </p:txBody>
      </p:sp>
    </p:spTree>
    <p:extLst>
      <p:ext uri="{BB962C8B-B14F-4D97-AF65-F5344CB8AC3E}">
        <p14:creationId xmlns:p14="http://schemas.microsoft.com/office/powerpoint/2010/main" val="3356813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649DAF-093F-4482-AA38-346E9A2DEE94}" type="slidenum">
              <a:rPr lang="en-US" noProof="0" smtClean="0"/>
              <a:t>1</a:t>
            </a:fld>
            <a:endParaRPr lang="en-US" noProof="0" dirty="0"/>
          </a:p>
        </p:txBody>
      </p:sp>
    </p:spTree>
    <p:extLst>
      <p:ext uri="{BB962C8B-B14F-4D97-AF65-F5344CB8AC3E}">
        <p14:creationId xmlns:p14="http://schemas.microsoft.com/office/powerpoint/2010/main" val="4121393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649DAF-093F-4482-AA38-346E9A2DEE94}" type="slidenum">
              <a:rPr lang="en-US" smtClean="0"/>
              <a:t>5</a:t>
            </a:fld>
            <a:endParaRPr lang="en-US"/>
          </a:p>
        </p:txBody>
      </p:sp>
    </p:spTree>
    <p:extLst>
      <p:ext uri="{BB962C8B-B14F-4D97-AF65-F5344CB8AC3E}">
        <p14:creationId xmlns:p14="http://schemas.microsoft.com/office/powerpoint/2010/main" val="3874512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649DAF-093F-4482-AA38-346E9A2DEE94}" type="slidenum">
              <a:rPr lang="en-US" smtClean="0"/>
              <a:t>6</a:t>
            </a:fld>
            <a:endParaRPr lang="en-US"/>
          </a:p>
        </p:txBody>
      </p:sp>
    </p:spTree>
    <p:extLst>
      <p:ext uri="{BB962C8B-B14F-4D97-AF65-F5344CB8AC3E}">
        <p14:creationId xmlns:p14="http://schemas.microsoft.com/office/powerpoint/2010/main" val="800761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649DAF-093F-4482-AA38-346E9A2DEE94}" type="slidenum">
              <a:rPr lang="en-US" smtClean="0"/>
              <a:t>7</a:t>
            </a:fld>
            <a:endParaRPr lang="en-US"/>
          </a:p>
        </p:txBody>
      </p:sp>
    </p:spTree>
    <p:extLst>
      <p:ext uri="{BB962C8B-B14F-4D97-AF65-F5344CB8AC3E}">
        <p14:creationId xmlns:p14="http://schemas.microsoft.com/office/powerpoint/2010/main" val="287420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649DAF-093F-4482-AA38-346E9A2DEE94}" type="slidenum">
              <a:rPr lang="en-US" smtClean="0"/>
              <a:t>8</a:t>
            </a:fld>
            <a:endParaRPr lang="en-US"/>
          </a:p>
        </p:txBody>
      </p:sp>
    </p:spTree>
    <p:extLst>
      <p:ext uri="{BB962C8B-B14F-4D97-AF65-F5344CB8AC3E}">
        <p14:creationId xmlns:p14="http://schemas.microsoft.com/office/powerpoint/2010/main" val="1908496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649DAF-093F-4482-AA38-346E9A2DEE94}" type="slidenum">
              <a:rPr lang="en-US" noProof="0" smtClean="0"/>
              <a:t>10</a:t>
            </a:fld>
            <a:endParaRPr lang="en-US" noProof="0" dirty="0"/>
          </a:p>
        </p:txBody>
      </p:sp>
    </p:spTree>
    <p:extLst>
      <p:ext uri="{BB962C8B-B14F-4D97-AF65-F5344CB8AC3E}">
        <p14:creationId xmlns:p14="http://schemas.microsoft.com/office/powerpoint/2010/main" val="3602708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649DAF-093F-4482-AA38-346E9A2DEE94}" type="slidenum">
              <a:rPr lang="en-US" noProof="0" smtClean="0"/>
              <a:t>24</a:t>
            </a:fld>
            <a:endParaRPr lang="en-US" noProof="0" dirty="0"/>
          </a:p>
        </p:txBody>
      </p:sp>
    </p:spTree>
    <p:extLst>
      <p:ext uri="{BB962C8B-B14F-4D97-AF65-F5344CB8AC3E}">
        <p14:creationId xmlns:p14="http://schemas.microsoft.com/office/powerpoint/2010/main" val="15430957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6BC25646-06FC-4B3E-A74E-268EB8AEA602}"/>
              </a:ext>
            </a:extLst>
          </p:cNvPr>
          <p:cNvSpPr>
            <a:spLocks noGrp="1"/>
          </p:cNvSpPr>
          <p:nvPr>
            <p:ph type="pic" sz="quarter" idx="12" hasCustomPrompt="1"/>
          </p:nvPr>
        </p:nvSpPr>
        <p:spPr>
          <a:xfrm>
            <a:off x="86715" y="86714"/>
            <a:ext cx="12018572" cy="6684572"/>
          </a:xfrm>
          <a:solidFill>
            <a:schemeClr val="bg1">
              <a:lumMod val="85000"/>
            </a:schemeClr>
          </a:solidFill>
        </p:spPr>
        <p:txBody>
          <a:bodyPr lIns="360000" tIns="360000"/>
          <a:lstStyle>
            <a:lvl1pPr marL="0" indent="0">
              <a:buNone/>
              <a:defRPr sz="1100" i="1">
                <a:latin typeface="Times New Roman" panose="02020603050405020304" pitchFamily="18" charset="0"/>
                <a:cs typeface="Times New Roman" panose="02020603050405020304" pitchFamily="18" charset="0"/>
              </a:defRPr>
            </a:lvl1pPr>
          </a:lstStyle>
          <a:p>
            <a:r>
              <a:rPr lang="en-US" noProof="0" dirty="0"/>
              <a:t>Insert or Drag and Drop Image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0" y="1768422"/>
            <a:ext cx="6840000" cy="2387600"/>
          </a:xfrm>
          <a:solidFill>
            <a:schemeClr val="tx1">
              <a:alpha val="80000"/>
            </a:schemeClr>
          </a:solidFill>
        </p:spPr>
        <p:txBody>
          <a:bodyPr lIns="432000" rIns="432000" bIns="144000" anchor="b"/>
          <a:lstStyle>
            <a:lvl1pPr algn="l">
              <a:defRPr sz="4200" spc="-150">
                <a:solidFill>
                  <a:schemeClr val="bg1"/>
                </a:solidFill>
              </a:defRPr>
            </a:lvl1pPr>
          </a:lstStyle>
          <a:p>
            <a:r>
              <a:rPr lang="en-US" noProof="0"/>
              <a:t>Click to edit Master </a:t>
            </a:r>
            <a:br>
              <a:rPr lang="en-US" noProof="0"/>
            </a:br>
            <a:r>
              <a:rPr lang="en-US" noProof="0"/>
              <a:t>title style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34072" y="5958437"/>
            <a:ext cx="2524125" cy="714375"/>
          </a:xfrm>
          <a:prstGeom prst="rect">
            <a:avLst/>
          </a:prstGeom>
        </p:spPr>
      </p:pic>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0" y="4153578"/>
            <a:ext cx="6840000" cy="936000"/>
          </a:xfrm>
          <a:solidFill>
            <a:schemeClr val="tx1">
              <a:alpha val="90000"/>
            </a:schemeClr>
          </a:solidFill>
        </p:spPr>
        <p:txBody>
          <a:bodyPr lIns="432000" tIns="144000"/>
          <a:lstStyle>
            <a:lvl1pPr marL="0" indent="0" algn="l">
              <a:buNone/>
              <a:defRPr sz="21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Half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74E1F0E-A827-4F38-BAAB-5D5831E0813A}"/>
              </a:ext>
            </a:extLst>
          </p:cNvPr>
          <p:cNvSpPr/>
          <p:nvPr userDrawn="1"/>
        </p:nvSpPr>
        <p:spPr>
          <a:xfrm>
            <a:off x="0" y="6771286"/>
            <a:ext cx="12192000" cy="8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1B7D9229-CE8B-44FD-B1E6-2FE619F40B4F}"/>
              </a:ext>
            </a:extLst>
          </p:cNvPr>
          <p:cNvSpPr/>
          <p:nvPr userDrawn="1"/>
        </p:nvSpPr>
        <p:spPr>
          <a:xfrm>
            <a:off x="0" y="0"/>
            <a:ext cx="12192000" cy="8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4683AF15-88E9-4D75-9D5E-7E4924887E91}"/>
              </a:ext>
            </a:extLst>
          </p:cNvPr>
          <p:cNvSpPr/>
          <p:nvPr userDrawn="1"/>
        </p:nvSpPr>
        <p:spPr>
          <a:xfrm rot="5400000">
            <a:off x="-3385643" y="3385642"/>
            <a:ext cx="6858001" cy="8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D3B18E46-480F-48E8-9675-259D3D06A00D}"/>
              </a:ext>
            </a:extLst>
          </p:cNvPr>
          <p:cNvSpPr/>
          <p:nvPr userDrawn="1"/>
        </p:nvSpPr>
        <p:spPr>
          <a:xfrm rot="5400000">
            <a:off x="8719643" y="3385643"/>
            <a:ext cx="6858000" cy="8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Picture Placeholder 31">
            <a:extLst>
              <a:ext uri="{FF2B5EF4-FFF2-40B4-BE49-F238E27FC236}">
                <a16:creationId xmlns:a16="http://schemas.microsoft.com/office/drawing/2014/main" id="{6BC25646-06FC-4B3E-A74E-268EB8AEA602}"/>
              </a:ext>
            </a:extLst>
          </p:cNvPr>
          <p:cNvSpPr>
            <a:spLocks noGrp="1"/>
          </p:cNvSpPr>
          <p:nvPr>
            <p:ph type="pic" sz="quarter" idx="12" hasCustomPrompt="1"/>
          </p:nvPr>
        </p:nvSpPr>
        <p:spPr>
          <a:xfrm>
            <a:off x="86714" y="86714"/>
            <a:ext cx="6009285" cy="6684572"/>
          </a:xfrm>
          <a:solidFill>
            <a:schemeClr val="bg1">
              <a:lumMod val="85000"/>
            </a:schemeClr>
          </a:solidFill>
        </p:spPr>
        <p:txBody>
          <a:bodyPr lIns="0" tIns="0" anchor="ctr"/>
          <a:lstStyle>
            <a:lvl1pPr marL="0" indent="0" algn="ctr">
              <a:buNone/>
              <a:defRPr sz="1100" i="1">
                <a:latin typeface="Times New Roman" panose="02020603050405020304" pitchFamily="18" charset="0"/>
                <a:cs typeface="Times New Roman" panose="02020603050405020304" pitchFamily="18" charset="0"/>
              </a:defRPr>
            </a:lvl1pPr>
          </a:lstStyle>
          <a:p>
            <a:r>
              <a:rPr lang="en-US" noProof="0" dirty="0"/>
              <a:t>Insert or Drag and Drop Image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095999" y="86714"/>
            <a:ext cx="6009287" cy="4068402"/>
          </a:xfrm>
          <a:solidFill>
            <a:schemeClr val="tx1">
              <a:alpha val="80000"/>
            </a:schemeClr>
          </a:solidFill>
        </p:spPr>
        <p:txBody>
          <a:bodyPr lIns="288000" rIns="432000" bIns="144000" anchor="b"/>
          <a:lstStyle>
            <a:lvl1pPr algn="r">
              <a:defRPr sz="4200" spc="-150">
                <a:solidFill>
                  <a:schemeClr val="bg1"/>
                </a:solidFill>
              </a:defRPr>
            </a:lvl1pPr>
          </a:lstStyle>
          <a:p>
            <a:r>
              <a:rPr lang="en-US" noProof="0"/>
              <a:t>Click to edit </a:t>
            </a:r>
            <a:br>
              <a:rPr lang="en-US" noProof="0"/>
            </a:br>
            <a:r>
              <a:rPr lang="en-US" noProof="0"/>
              <a:t>Master title style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6095999" y="4152672"/>
            <a:ext cx="6009287" cy="1818422"/>
          </a:xfrm>
          <a:solidFill>
            <a:schemeClr val="bg1">
              <a:lumMod val="95000"/>
              <a:alpha val="80000"/>
            </a:schemeClr>
          </a:solidFill>
        </p:spPr>
        <p:txBody>
          <a:bodyPr lIns="288000" tIns="144000" rIns="432000"/>
          <a:lstStyle>
            <a:lvl1pPr marL="0" indent="0" algn="r">
              <a:buNone/>
              <a:defRPr sz="21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Slide Number Placeholder 4">
            <a:extLst>
              <a:ext uri="{FF2B5EF4-FFF2-40B4-BE49-F238E27FC236}">
                <a16:creationId xmlns:a16="http://schemas.microsoft.com/office/drawing/2014/main" id="{B9994FE7-F6B5-D34D-B846-52B81F6F601D}"/>
              </a:ext>
            </a:extLst>
          </p:cNvPr>
          <p:cNvSpPr>
            <a:spLocks noGrp="1"/>
          </p:cNvSpPr>
          <p:nvPr>
            <p:ph type="sldNum" sz="quarter" idx="14"/>
          </p:nvPr>
        </p:nvSpPr>
        <p:spPr/>
        <p:txBody>
          <a:bodyPr/>
          <a:lstStyle/>
          <a:p>
            <a:fld id="{19B51A1E-902D-48AF-9020-955120F399B6}" type="slidenum">
              <a:rPr lang="en-US" noProof="0" smtClean="0"/>
              <a:pPr/>
              <a:t>‹#›</a:t>
            </a:fld>
            <a:endParaRPr lang="en-US" noProof="0" dirty="0"/>
          </a:p>
        </p:txBody>
      </p:sp>
      <p:sp>
        <p:nvSpPr>
          <p:cNvPr id="6" name="TextBox 5">
            <a:extLst>
              <a:ext uri="{FF2B5EF4-FFF2-40B4-BE49-F238E27FC236}">
                <a16:creationId xmlns:a16="http://schemas.microsoft.com/office/drawing/2014/main" id="{6989E631-FFE0-4842-9C8D-2977AD46DA07}"/>
              </a:ext>
            </a:extLst>
          </p:cNvPr>
          <p:cNvSpPr txBox="1"/>
          <p:nvPr userDrawn="1"/>
        </p:nvSpPr>
        <p:spPr>
          <a:xfrm>
            <a:off x="5861957" y="6613071"/>
            <a:ext cx="0" cy="0"/>
          </a:xfrm>
          <a:prstGeom prst="rect">
            <a:avLst/>
          </a:prstGeom>
          <a:noFill/>
        </p:spPr>
        <p:txBody>
          <a:bodyPr wrap="none" lIns="0" tIns="0" rIns="0" bIns="0" rtlCol="0">
            <a:noAutofit/>
          </a:bodyPr>
          <a:lstStyle/>
          <a:p>
            <a:pPr algn="l"/>
            <a:endParaRPr lang="en-US" sz="1200" noProof="0" dirty="0">
              <a:solidFill>
                <a:schemeClr val="tx1">
                  <a:lumMod val="75000"/>
                  <a:lumOff val="25000"/>
                </a:schemeClr>
              </a:solidFill>
              <a:latin typeface="+mn-lt"/>
            </a:endParaRPr>
          </a:p>
        </p:txBody>
      </p:sp>
    </p:spTree>
    <p:extLst>
      <p:ext uri="{BB962C8B-B14F-4D97-AF65-F5344CB8AC3E}">
        <p14:creationId xmlns:p14="http://schemas.microsoft.com/office/powerpoint/2010/main" val="904743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rge Imag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84000" y="3517901"/>
            <a:ext cx="6012000" cy="1409700"/>
          </a:xfrm>
          <a:solidFill>
            <a:schemeClr val="tx1"/>
          </a:solidFill>
        </p:spPr>
        <p:txBody>
          <a:bodyPr lIns="288000" rIns="432000" bIns="144000" anchor="b"/>
          <a:lstStyle>
            <a:lvl1pPr algn="r">
              <a:defRPr sz="4200" spc="-150">
                <a:solidFill>
                  <a:schemeClr val="bg1"/>
                </a:solidFill>
              </a:defRPr>
            </a:lvl1pPr>
          </a:lstStyle>
          <a:p>
            <a:r>
              <a:rPr lang="en-US" noProof="0"/>
              <a:t>Click to edit </a:t>
            </a:r>
            <a:br>
              <a:rPr lang="en-US" noProof="0"/>
            </a:br>
            <a:r>
              <a:rPr lang="en-US" noProof="0"/>
              <a:t>Master title style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84000" y="4927600"/>
            <a:ext cx="6012000" cy="1845743"/>
          </a:xfrm>
          <a:solidFill>
            <a:schemeClr val="tx1">
              <a:lumMod val="85000"/>
              <a:lumOff val="15000"/>
            </a:schemeClr>
          </a:solidFill>
        </p:spPr>
        <p:txBody>
          <a:bodyPr lIns="288000" tIns="144000" rIns="432000"/>
          <a:lstStyle>
            <a:lvl1pPr marL="0" indent="0" algn="r">
              <a:buNone/>
              <a:defRPr sz="21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Slide Number Placeholder 4">
            <a:extLst>
              <a:ext uri="{FF2B5EF4-FFF2-40B4-BE49-F238E27FC236}">
                <a16:creationId xmlns:a16="http://schemas.microsoft.com/office/drawing/2014/main" id="{B9994FE7-F6B5-D34D-B846-52B81F6F601D}"/>
              </a:ext>
            </a:extLst>
          </p:cNvPr>
          <p:cNvSpPr>
            <a:spLocks noGrp="1"/>
          </p:cNvSpPr>
          <p:nvPr>
            <p:ph type="sldNum" sz="quarter" idx="14"/>
          </p:nvPr>
        </p:nvSpPr>
        <p:spPr/>
        <p:txBody>
          <a:bodyPr/>
          <a:lstStyle/>
          <a:p>
            <a:fld id="{19B51A1E-902D-48AF-9020-955120F399B6}" type="slidenum">
              <a:rPr lang="en-US" noProof="0" smtClean="0"/>
              <a:pPr/>
              <a:t>‹#›</a:t>
            </a:fld>
            <a:endParaRPr lang="en-US" noProof="0" dirty="0"/>
          </a:p>
        </p:txBody>
      </p:sp>
      <p:sp>
        <p:nvSpPr>
          <p:cNvPr id="6" name="TextBox 5">
            <a:extLst>
              <a:ext uri="{FF2B5EF4-FFF2-40B4-BE49-F238E27FC236}">
                <a16:creationId xmlns:a16="http://schemas.microsoft.com/office/drawing/2014/main" id="{6989E631-FFE0-4842-9C8D-2977AD46DA07}"/>
              </a:ext>
            </a:extLst>
          </p:cNvPr>
          <p:cNvSpPr txBox="1"/>
          <p:nvPr userDrawn="1"/>
        </p:nvSpPr>
        <p:spPr>
          <a:xfrm>
            <a:off x="5861957" y="6613071"/>
            <a:ext cx="0" cy="0"/>
          </a:xfrm>
          <a:prstGeom prst="rect">
            <a:avLst/>
          </a:prstGeom>
          <a:noFill/>
        </p:spPr>
        <p:txBody>
          <a:bodyPr wrap="none" lIns="0" tIns="0" rIns="0" bIns="0" rtlCol="0">
            <a:noAutofit/>
          </a:bodyPr>
          <a:lstStyle/>
          <a:p>
            <a:pPr algn="l"/>
            <a:endParaRPr lang="en-US" sz="1200" noProof="0" dirty="0">
              <a:solidFill>
                <a:schemeClr val="tx1">
                  <a:lumMod val="75000"/>
                  <a:lumOff val="25000"/>
                </a:schemeClr>
              </a:solidFill>
              <a:latin typeface="+mn-lt"/>
            </a:endParaRPr>
          </a:p>
        </p:txBody>
      </p:sp>
      <p:sp>
        <p:nvSpPr>
          <p:cNvPr id="32" name="Picture Placeholder 31">
            <a:extLst>
              <a:ext uri="{FF2B5EF4-FFF2-40B4-BE49-F238E27FC236}">
                <a16:creationId xmlns:a16="http://schemas.microsoft.com/office/drawing/2014/main" id="{6BC25646-06FC-4B3E-A74E-268EB8AEA602}"/>
              </a:ext>
            </a:extLst>
          </p:cNvPr>
          <p:cNvSpPr>
            <a:spLocks noGrp="1"/>
          </p:cNvSpPr>
          <p:nvPr>
            <p:ph type="pic" sz="quarter" idx="12" hasCustomPrompt="1"/>
          </p:nvPr>
        </p:nvSpPr>
        <p:spPr>
          <a:xfrm>
            <a:off x="84000" y="86714"/>
            <a:ext cx="6009285" cy="3431187"/>
          </a:xfrm>
          <a:solidFill>
            <a:srgbClr val="333333"/>
          </a:solidFill>
        </p:spPr>
        <p:txBody>
          <a:bodyPr lIns="0" tIns="0" anchor="ctr"/>
          <a:lstStyle>
            <a:lvl1pPr marL="0" indent="0" algn="ctr">
              <a:buNone/>
              <a:defRPr sz="1100" i="1">
                <a:solidFill>
                  <a:schemeClr val="bg1">
                    <a:lumMod val="85000"/>
                  </a:schemeClr>
                </a:solidFill>
                <a:latin typeface="Times New Roman" panose="02020603050405020304" pitchFamily="18" charset="0"/>
                <a:cs typeface="Times New Roman" panose="02020603050405020304" pitchFamily="18" charset="0"/>
              </a:defRPr>
            </a:lvl1pPr>
          </a:lstStyle>
          <a:p>
            <a:r>
              <a:rPr lang="en-US" noProof="0" dirty="0"/>
              <a:t>Insert or Drag and Drop Image Here</a:t>
            </a:r>
          </a:p>
        </p:txBody>
      </p:sp>
      <p:sp>
        <p:nvSpPr>
          <p:cNvPr id="16" name="Content Placeholder 2">
            <a:extLst>
              <a:ext uri="{FF2B5EF4-FFF2-40B4-BE49-F238E27FC236}">
                <a16:creationId xmlns:a16="http://schemas.microsoft.com/office/drawing/2014/main" id="{ED5F0C9D-A08F-4539-BA26-61D24BBE6E9A}"/>
              </a:ext>
            </a:extLst>
          </p:cNvPr>
          <p:cNvSpPr>
            <a:spLocks noGrp="1"/>
          </p:cNvSpPr>
          <p:nvPr>
            <p:ph idx="15"/>
          </p:nvPr>
        </p:nvSpPr>
        <p:spPr>
          <a:xfrm>
            <a:off x="6464300" y="1152000"/>
            <a:ext cx="5307700" cy="4680000"/>
          </a:xfrm>
        </p:spPr>
        <p:txBody>
          <a:bodyPr anchor="b"/>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07283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152000"/>
            <a:ext cx="11340000" cy="468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5CFF4C50-933F-41F9-AD11-BD02410AA7D5}"/>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7" name="Footer Placeholder 6">
            <a:extLst>
              <a:ext uri="{FF2B5EF4-FFF2-40B4-BE49-F238E27FC236}">
                <a16:creationId xmlns:a16="http://schemas.microsoft.com/office/drawing/2014/main" id="{19F419B1-164A-4B7A-BBEC-47B6151ECB05}"/>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8" name="Slide Number Placeholder 7">
            <a:extLst>
              <a:ext uri="{FF2B5EF4-FFF2-40B4-BE49-F238E27FC236}">
                <a16:creationId xmlns:a16="http://schemas.microsoft.com/office/drawing/2014/main" id="{86E99B1E-D08C-46BA-9D27-9ED02F4C9B6C}"/>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24" name="Freeform: Shape 23">
            <a:extLst>
              <a:ext uri="{FF2B5EF4-FFF2-40B4-BE49-F238E27FC236}">
                <a16:creationId xmlns:a16="http://schemas.microsoft.com/office/drawing/2014/main" id="{5F6D6B0F-FF8B-4D60-B712-A57904D5502C}"/>
              </a:ext>
            </a:extLst>
          </p:cNvPr>
          <p:cNvSpPr/>
          <p:nvPr userDrawn="1"/>
        </p:nvSpPr>
        <p:spPr>
          <a:xfrm rot="19260823">
            <a:off x="10216425" y="538864"/>
            <a:ext cx="467362" cy="344458"/>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FFF5FB50-33B5-4195-92D6-70891F240926}"/>
              </a:ext>
            </a:extLst>
          </p:cNvPr>
          <p:cNvSpPr/>
          <p:nvPr userDrawn="1"/>
        </p:nvSpPr>
        <p:spPr>
          <a:xfrm rot="20377627">
            <a:off x="10678141" y="849218"/>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25">
            <a:extLst>
              <a:ext uri="{FF2B5EF4-FFF2-40B4-BE49-F238E27FC236}">
                <a16:creationId xmlns:a16="http://schemas.microsoft.com/office/drawing/2014/main" id="{EECD958F-56E9-4A3B-9C25-D5970592C848}"/>
              </a:ext>
            </a:extLst>
          </p:cNvPr>
          <p:cNvSpPr/>
          <p:nvPr userDrawn="1"/>
        </p:nvSpPr>
        <p:spPr>
          <a:xfrm rot="19260823">
            <a:off x="10717367" y="620572"/>
            <a:ext cx="250689" cy="18476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Freeform: Shape 26">
            <a:extLst>
              <a:ext uri="{FF2B5EF4-FFF2-40B4-BE49-F238E27FC236}">
                <a16:creationId xmlns:a16="http://schemas.microsoft.com/office/drawing/2014/main" id="{72F4FF18-9272-43AF-912E-B1CF8BF148D4}"/>
              </a:ext>
            </a:extLst>
          </p:cNvPr>
          <p:cNvSpPr/>
          <p:nvPr userDrawn="1"/>
        </p:nvSpPr>
        <p:spPr>
          <a:xfrm rot="19810388">
            <a:off x="11064926" y="78160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Freeform: Shape 27">
            <a:extLst>
              <a:ext uri="{FF2B5EF4-FFF2-40B4-BE49-F238E27FC236}">
                <a16:creationId xmlns:a16="http://schemas.microsoft.com/office/drawing/2014/main" id="{AE9C7EB4-9E81-4394-8C2C-A54BBD15B51D}"/>
              </a:ext>
            </a:extLst>
          </p:cNvPr>
          <p:cNvSpPr/>
          <p:nvPr userDrawn="1"/>
        </p:nvSpPr>
        <p:spPr>
          <a:xfrm rot="18277851">
            <a:off x="11152527" y="38205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Freeform: Shape 28">
            <a:extLst>
              <a:ext uri="{FF2B5EF4-FFF2-40B4-BE49-F238E27FC236}">
                <a16:creationId xmlns:a16="http://schemas.microsoft.com/office/drawing/2014/main" id="{FE681EC0-A139-4B14-89E8-F237CB63D4C9}"/>
              </a:ext>
            </a:extLst>
          </p:cNvPr>
          <p:cNvSpPr/>
          <p:nvPr userDrawn="1"/>
        </p:nvSpPr>
        <p:spPr>
          <a:xfrm rot="20761418">
            <a:off x="11545452" y="1030689"/>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Freeform: Shape 29">
            <a:extLst>
              <a:ext uri="{FF2B5EF4-FFF2-40B4-BE49-F238E27FC236}">
                <a16:creationId xmlns:a16="http://schemas.microsoft.com/office/drawing/2014/main" id="{87F87648-ABB4-4C97-BB6D-58342407E9DF}"/>
              </a:ext>
            </a:extLst>
          </p:cNvPr>
          <p:cNvSpPr/>
          <p:nvPr userDrawn="1"/>
        </p:nvSpPr>
        <p:spPr>
          <a:xfrm rot="17315293">
            <a:off x="11756248" y="24755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eform: Shape 30">
            <a:extLst>
              <a:ext uri="{FF2B5EF4-FFF2-40B4-BE49-F238E27FC236}">
                <a16:creationId xmlns:a16="http://schemas.microsoft.com/office/drawing/2014/main" id="{0802EFEB-F4DF-4501-91AA-173B60EBBBAA}"/>
              </a:ext>
            </a:extLst>
          </p:cNvPr>
          <p:cNvSpPr/>
          <p:nvPr userDrawn="1"/>
        </p:nvSpPr>
        <p:spPr>
          <a:xfrm rot="20082236">
            <a:off x="11448108" y="631127"/>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Freeform: Shape 31">
            <a:extLst>
              <a:ext uri="{FF2B5EF4-FFF2-40B4-BE49-F238E27FC236}">
                <a16:creationId xmlns:a16="http://schemas.microsoft.com/office/drawing/2014/main" id="{109FE51D-8E02-4ED7-862B-5CF838F7F77F}"/>
              </a:ext>
            </a:extLst>
          </p:cNvPr>
          <p:cNvSpPr/>
          <p:nvPr userDrawn="1"/>
        </p:nvSpPr>
        <p:spPr>
          <a:xfrm rot="19879732">
            <a:off x="11668879" y="824433"/>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4ECB9E40-5923-4571-9C8E-D7412C1283B2}"/>
              </a:ext>
            </a:extLst>
          </p:cNvPr>
          <p:cNvSpPr/>
          <p:nvPr userDrawn="1"/>
        </p:nvSpPr>
        <p:spPr>
          <a:xfrm rot="328041">
            <a:off x="10094502" y="901548"/>
            <a:ext cx="579699" cy="606799"/>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 name="connsiteX0" fmla="*/ 487806 w 487806"/>
              <a:gd name="connsiteY0" fmla="*/ 171848 h 510610"/>
              <a:gd name="connsiteX1" fmla="*/ 308036 w 487806"/>
              <a:gd name="connsiteY1" fmla="*/ 510610 h 510610"/>
              <a:gd name="connsiteX2" fmla="*/ 0 w 487806"/>
              <a:gd name="connsiteY2" fmla="*/ 0 h 510610"/>
              <a:gd name="connsiteX3" fmla="*/ 487806 w 487806"/>
              <a:gd name="connsiteY3" fmla="*/ 171848 h 510610"/>
            </a:gdLst>
            <a:ahLst/>
            <a:cxnLst>
              <a:cxn ang="0">
                <a:pos x="connsiteX0" y="connsiteY0"/>
              </a:cxn>
              <a:cxn ang="0">
                <a:pos x="connsiteX1" y="connsiteY1"/>
              </a:cxn>
              <a:cxn ang="0">
                <a:pos x="connsiteX2" y="connsiteY2"/>
              </a:cxn>
              <a:cxn ang="0">
                <a:pos x="connsiteX3" y="connsiteY3"/>
              </a:cxn>
            </a:cxnLst>
            <a:rect l="l" t="t" r="r" b="b"/>
            <a:pathLst>
              <a:path w="487806" h="510610">
                <a:moveTo>
                  <a:pt x="487806" y="171848"/>
                </a:moveTo>
                <a:lnTo>
                  <a:pt x="308036" y="510610"/>
                </a:lnTo>
                <a:lnTo>
                  <a:pt x="0" y="0"/>
                </a:lnTo>
                <a:lnTo>
                  <a:pt x="487806" y="171848"/>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E46052C9-826B-47AC-9F6B-3078D4F43748}"/>
              </a:ext>
            </a:extLst>
          </p:cNvPr>
          <p:cNvSpPr/>
          <p:nvPr userDrawn="1"/>
        </p:nvSpPr>
        <p:spPr>
          <a:xfrm>
            <a:off x="10871770" y="1202556"/>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Freeform: Shape 34">
            <a:extLst>
              <a:ext uri="{FF2B5EF4-FFF2-40B4-BE49-F238E27FC236}">
                <a16:creationId xmlns:a16="http://schemas.microsoft.com/office/drawing/2014/main" id="{0C3867F5-4C6F-48BE-9DFF-9046D1FE6771}"/>
              </a:ext>
            </a:extLst>
          </p:cNvPr>
          <p:cNvSpPr/>
          <p:nvPr userDrawn="1"/>
        </p:nvSpPr>
        <p:spPr>
          <a:xfrm rot="20761418">
            <a:off x="11512604" y="1484835"/>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Freeform: Shape 35">
            <a:extLst>
              <a:ext uri="{FF2B5EF4-FFF2-40B4-BE49-F238E27FC236}">
                <a16:creationId xmlns:a16="http://schemas.microsoft.com/office/drawing/2014/main" id="{7B0CB40F-9E6F-457D-9C1F-9769BC3AE13E}"/>
              </a:ext>
            </a:extLst>
          </p:cNvPr>
          <p:cNvSpPr/>
          <p:nvPr userDrawn="1"/>
        </p:nvSpPr>
        <p:spPr>
          <a:xfrm rot="1160487">
            <a:off x="10291662" y="1614015"/>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Freeform: Shape 36">
            <a:extLst>
              <a:ext uri="{FF2B5EF4-FFF2-40B4-BE49-F238E27FC236}">
                <a16:creationId xmlns:a16="http://schemas.microsoft.com/office/drawing/2014/main" id="{0FCD03E7-2128-4C04-A914-409506646A76}"/>
              </a:ext>
            </a:extLst>
          </p:cNvPr>
          <p:cNvSpPr/>
          <p:nvPr userDrawn="1"/>
        </p:nvSpPr>
        <p:spPr>
          <a:xfrm rot="803026">
            <a:off x="11586107" y="2015428"/>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E0A84F6-FEAA-4BDD-9282-20006CFE8BD1}"/>
              </a:ext>
            </a:extLst>
          </p:cNvPr>
          <p:cNvSpPr/>
          <p:nvPr userDrawn="1"/>
        </p:nvSpPr>
        <p:spPr>
          <a:xfrm rot="19260823">
            <a:off x="10216425" y="538864"/>
            <a:ext cx="467362" cy="344458"/>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0CD00A51-7C86-40CE-9A85-9305A72856F5}"/>
              </a:ext>
            </a:extLst>
          </p:cNvPr>
          <p:cNvSpPr/>
          <p:nvPr userDrawn="1"/>
        </p:nvSpPr>
        <p:spPr>
          <a:xfrm rot="20377627">
            <a:off x="10678141" y="849218"/>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72581C84-47AA-4227-BB97-9D73745C6350}"/>
              </a:ext>
            </a:extLst>
          </p:cNvPr>
          <p:cNvSpPr/>
          <p:nvPr userDrawn="1"/>
        </p:nvSpPr>
        <p:spPr>
          <a:xfrm rot="19260823">
            <a:off x="10717367" y="620572"/>
            <a:ext cx="250689" cy="18476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A3D0208D-7363-46C1-93C0-34D5C7CC03D4}"/>
              </a:ext>
            </a:extLst>
          </p:cNvPr>
          <p:cNvSpPr/>
          <p:nvPr userDrawn="1"/>
        </p:nvSpPr>
        <p:spPr>
          <a:xfrm rot="19810388">
            <a:off x="11064926" y="78160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Freeform: Shape 12">
            <a:extLst>
              <a:ext uri="{FF2B5EF4-FFF2-40B4-BE49-F238E27FC236}">
                <a16:creationId xmlns:a16="http://schemas.microsoft.com/office/drawing/2014/main" id="{9BF00BA4-FF52-480A-802E-02DFDD8C7441}"/>
              </a:ext>
            </a:extLst>
          </p:cNvPr>
          <p:cNvSpPr/>
          <p:nvPr userDrawn="1"/>
        </p:nvSpPr>
        <p:spPr>
          <a:xfrm rot="18277851">
            <a:off x="11152527" y="38205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3">
            <a:extLst>
              <a:ext uri="{FF2B5EF4-FFF2-40B4-BE49-F238E27FC236}">
                <a16:creationId xmlns:a16="http://schemas.microsoft.com/office/drawing/2014/main" id="{98FC3C8E-D2F9-46FE-B29F-17C02B89FFCC}"/>
              </a:ext>
            </a:extLst>
          </p:cNvPr>
          <p:cNvSpPr/>
          <p:nvPr userDrawn="1"/>
        </p:nvSpPr>
        <p:spPr>
          <a:xfrm rot="20761418">
            <a:off x="11545452" y="1030689"/>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1AC53E23-4CA7-479D-B22A-A5FCB3E5B5F6}"/>
              </a:ext>
            </a:extLst>
          </p:cNvPr>
          <p:cNvSpPr/>
          <p:nvPr userDrawn="1"/>
        </p:nvSpPr>
        <p:spPr>
          <a:xfrm rot="17315293">
            <a:off x="11756248" y="24755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96F0F1DB-0C5F-4895-B71A-86B7D122DD4B}"/>
              </a:ext>
            </a:extLst>
          </p:cNvPr>
          <p:cNvSpPr/>
          <p:nvPr userDrawn="1"/>
        </p:nvSpPr>
        <p:spPr>
          <a:xfrm rot="20082236">
            <a:off x="11448108" y="631127"/>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34BF4B3-A394-4B33-84E8-433CB3F4D710}"/>
              </a:ext>
            </a:extLst>
          </p:cNvPr>
          <p:cNvSpPr/>
          <p:nvPr userDrawn="1"/>
        </p:nvSpPr>
        <p:spPr>
          <a:xfrm rot="19879732">
            <a:off x="11668879" y="824433"/>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B6E11BA4-7EBA-47E5-8E07-57E665A74955}"/>
              </a:ext>
            </a:extLst>
          </p:cNvPr>
          <p:cNvSpPr/>
          <p:nvPr userDrawn="1"/>
        </p:nvSpPr>
        <p:spPr>
          <a:xfrm rot="328041">
            <a:off x="10094502" y="901548"/>
            <a:ext cx="579699" cy="606799"/>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 name="connsiteX0" fmla="*/ 487806 w 487806"/>
              <a:gd name="connsiteY0" fmla="*/ 171848 h 510610"/>
              <a:gd name="connsiteX1" fmla="*/ 308036 w 487806"/>
              <a:gd name="connsiteY1" fmla="*/ 510610 h 510610"/>
              <a:gd name="connsiteX2" fmla="*/ 0 w 487806"/>
              <a:gd name="connsiteY2" fmla="*/ 0 h 510610"/>
              <a:gd name="connsiteX3" fmla="*/ 487806 w 487806"/>
              <a:gd name="connsiteY3" fmla="*/ 171848 h 510610"/>
            </a:gdLst>
            <a:ahLst/>
            <a:cxnLst>
              <a:cxn ang="0">
                <a:pos x="connsiteX0" y="connsiteY0"/>
              </a:cxn>
              <a:cxn ang="0">
                <a:pos x="connsiteX1" y="connsiteY1"/>
              </a:cxn>
              <a:cxn ang="0">
                <a:pos x="connsiteX2" y="connsiteY2"/>
              </a:cxn>
              <a:cxn ang="0">
                <a:pos x="connsiteX3" y="connsiteY3"/>
              </a:cxn>
            </a:cxnLst>
            <a:rect l="l" t="t" r="r" b="b"/>
            <a:pathLst>
              <a:path w="487806" h="510610">
                <a:moveTo>
                  <a:pt x="487806" y="171848"/>
                </a:moveTo>
                <a:lnTo>
                  <a:pt x="308036" y="510610"/>
                </a:lnTo>
                <a:lnTo>
                  <a:pt x="0" y="0"/>
                </a:lnTo>
                <a:lnTo>
                  <a:pt x="487806" y="171848"/>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18">
            <a:extLst>
              <a:ext uri="{FF2B5EF4-FFF2-40B4-BE49-F238E27FC236}">
                <a16:creationId xmlns:a16="http://schemas.microsoft.com/office/drawing/2014/main" id="{7A178943-1EAE-4532-95FB-DFD1B8A936ED}"/>
              </a:ext>
            </a:extLst>
          </p:cNvPr>
          <p:cNvSpPr/>
          <p:nvPr userDrawn="1"/>
        </p:nvSpPr>
        <p:spPr>
          <a:xfrm>
            <a:off x="10871770" y="1202556"/>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A1603A2C-1F9D-4BAB-BF6C-C411F8898F5A}"/>
              </a:ext>
            </a:extLst>
          </p:cNvPr>
          <p:cNvSpPr/>
          <p:nvPr userDrawn="1"/>
        </p:nvSpPr>
        <p:spPr>
          <a:xfrm rot="20761418">
            <a:off x="11512604" y="1484835"/>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019487C-9065-4D0C-8A4F-0BEC960FF5E1}"/>
              </a:ext>
            </a:extLst>
          </p:cNvPr>
          <p:cNvSpPr/>
          <p:nvPr userDrawn="1"/>
        </p:nvSpPr>
        <p:spPr>
          <a:xfrm rot="1160487">
            <a:off x="10291662" y="1614015"/>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21">
            <a:extLst>
              <a:ext uri="{FF2B5EF4-FFF2-40B4-BE49-F238E27FC236}">
                <a16:creationId xmlns:a16="http://schemas.microsoft.com/office/drawing/2014/main" id="{B2E39A85-934A-4BF2-93E3-761989F1B981}"/>
              </a:ext>
            </a:extLst>
          </p:cNvPr>
          <p:cNvSpPr/>
          <p:nvPr userDrawn="1"/>
        </p:nvSpPr>
        <p:spPr>
          <a:xfrm rot="803026">
            <a:off x="11586107" y="2015428"/>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0EE479C-D1F6-4BAC-80D2-90EF74E3261A}"/>
              </a:ext>
            </a:extLst>
          </p:cNvPr>
          <p:cNvSpPr>
            <a:spLocks noGrp="1"/>
          </p:cNvSpPr>
          <p:nvPr>
            <p:ph type="title"/>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1152000"/>
            <a:ext cx="5472000"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Footer Placeholder 7">
            <a:extLst>
              <a:ext uri="{FF2B5EF4-FFF2-40B4-BE49-F238E27FC236}">
                <a16:creationId xmlns:a16="http://schemas.microsoft.com/office/drawing/2014/main" id="{C9E47D86-FD0D-44D0-9B7F-9EDEBD11F9D6}"/>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9" name="Slide Number Placeholder 8">
            <a:extLst>
              <a:ext uri="{FF2B5EF4-FFF2-40B4-BE49-F238E27FC236}">
                <a16:creationId xmlns:a16="http://schemas.microsoft.com/office/drawing/2014/main" id="{0A29F8B3-4723-4928-83E5-76C29D05F2FE}"/>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23" name="Content Placeholder 3">
            <a:extLst>
              <a:ext uri="{FF2B5EF4-FFF2-40B4-BE49-F238E27FC236}">
                <a16:creationId xmlns:a16="http://schemas.microsoft.com/office/drawing/2014/main" id="{94AA1D0D-4A88-48E6-9F92-152A70F621DA}"/>
              </a:ext>
            </a:extLst>
          </p:cNvPr>
          <p:cNvSpPr>
            <a:spLocks noGrp="1"/>
          </p:cNvSpPr>
          <p:nvPr>
            <p:ph sz="half" idx="2"/>
          </p:nvPr>
        </p:nvSpPr>
        <p:spPr>
          <a:xfrm>
            <a:off x="6300384" y="1140847"/>
            <a:ext cx="5471616" cy="5036116"/>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91552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3C9BAF7-A9F4-4666-A96D-E0820914D8A4}"/>
              </a:ext>
            </a:extLst>
          </p:cNvPr>
          <p:cNvSpPr/>
          <p:nvPr userDrawn="1"/>
        </p:nvSpPr>
        <p:spPr>
          <a:xfrm rot="19260823">
            <a:off x="10216425" y="538864"/>
            <a:ext cx="467362" cy="344458"/>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9210B130-61BF-42BB-A9D3-54F0E9975E1E}"/>
              </a:ext>
            </a:extLst>
          </p:cNvPr>
          <p:cNvSpPr/>
          <p:nvPr userDrawn="1"/>
        </p:nvSpPr>
        <p:spPr>
          <a:xfrm rot="20377627">
            <a:off x="10678141" y="849218"/>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ED4637A-B150-47D5-91AA-5443ECDF24E5}"/>
              </a:ext>
            </a:extLst>
          </p:cNvPr>
          <p:cNvSpPr/>
          <p:nvPr userDrawn="1"/>
        </p:nvSpPr>
        <p:spPr>
          <a:xfrm rot="19260823">
            <a:off x="10717367" y="620572"/>
            <a:ext cx="250689" cy="18476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Freeform: Shape 12">
            <a:extLst>
              <a:ext uri="{FF2B5EF4-FFF2-40B4-BE49-F238E27FC236}">
                <a16:creationId xmlns:a16="http://schemas.microsoft.com/office/drawing/2014/main" id="{F345A228-3ACD-436B-BAEA-C19CFB995DFF}"/>
              </a:ext>
            </a:extLst>
          </p:cNvPr>
          <p:cNvSpPr/>
          <p:nvPr userDrawn="1"/>
        </p:nvSpPr>
        <p:spPr>
          <a:xfrm rot="19810388">
            <a:off x="11064926" y="78160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3">
            <a:extLst>
              <a:ext uri="{FF2B5EF4-FFF2-40B4-BE49-F238E27FC236}">
                <a16:creationId xmlns:a16="http://schemas.microsoft.com/office/drawing/2014/main" id="{4808980A-AE2C-4B9A-923B-70728FF4B383}"/>
              </a:ext>
            </a:extLst>
          </p:cNvPr>
          <p:cNvSpPr/>
          <p:nvPr userDrawn="1"/>
        </p:nvSpPr>
        <p:spPr>
          <a:xfrm rot="18277851">
            <a:off x="11152527" y="38205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E90E16CE-7F71-45E1-88F3-0F2422E4E14F}"/>
              </a:ext>
            </a:extLst>
          </p:cNvPr>
          <p:cNvSpPr/>
          <p:nvPr userDrawn="1"/>
        </p:nvSpPr>
        <p:spPr>
          <a:xfrm rot="20761418">
            <a:off x="11545452" y="1030689"/>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5024FFFC-3734-4C7F-8BB4-1D72D8764C19}"/>
              </a:ext>
            </a:extLst>
          </p:cNvPr>
          <p:cNvSpPr/>
          <p:nvPr userDrawn="1"/>
        </p:nvSpPr>
        <p:spPr>
          <a:xfrm rot="17315293">
            <a:off x="11756248" y="24755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5E243F7-C034-42A6-94F7-39C26EF11897}"/>
              </a:ext>
            </a:extLst>
          </p:cNvPr>
          <p:cNvSpPr/>
          <p:nvPr userDrawn="1"/>
        </p:nvSpPr>
        <p:spPr>
          <a:xfrm rot="20082236">
            <a:off x="11448108" y="631127"/>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7F7416F4-3283-4DFF-BF8E-0F1B10C57C7B}"/>
              </a:ext>
            </a:extLst>
          </p:cNvPr>
          <p:cNvSpPr/>
          <p:nvPr userDrawn="1"/>
        </p:nvSpPr>
        <p:spPr>
          <a:xfrm rot="19879732">
            <a:off x="11668879" y="824433"/>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18">
            <a:extLst>
              <a:ext uri="{FF2B5EF4-FFF2-40B4-BE49-F238E27FC236}">
                <a16:creationId xmlns:a16="http://schemas.microsoft.com/office/drawing/2014/main" id="{4E43006F-FE7C-4D9C-9803-C7A1705E2E29}"/>
              </a:ext>
            </a:extLst>
          </p:cNvPr>
          <p:cNvSpPr/>
          <p:nvPr userDrawn="1"/>
        </p:nvSpPr>
        <p:spPr>
          <a:xfrm rot="328041">
            <a:off x="10094502" y="901548"/>
            <a:ext cx="579699" cy="606799"/>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 name="connsiteX0" fmla="*/ 487806 w 487806"/>
              <a:gd name="connsiteY0" fmla="*/ 171848 h 510610"/>
              <a:gd name="connsiteX1" fmla="*/ 308036 w 487806"/>
              <a:gd name="connsiteY1" fmla="*/ 510610 h 510610"/>
              <a:gd name="connsiteX2" fmla="*/ 0 w 487806"/>
              <a:gd name="connsiteY2" fmla="*/ 0 h 510610"/>
              <a:gd name="connsiteX3" fmla="*/ 487806 w 487806"/>
              <a:gd name="connsiteY3" fmla="*/ 171848 h 510610"/>
            </a:gdLst>
            <a:ahLst/>
            <a:cxnLst>
              <a:cxn ang="0">
                <a:pos x="connsiteX0" y="connsiteY0"/>
              </a:cxn>
              <a:cxn ang="0">
                <a:pos x="connsiteX1" y="connsiteY1"/>
              </a:cxn>
              <a:cxn ang="0">
                <a:pos x="connsiteX2" y="connsiteY2"/>
              </a:cxn>
              <a:cxn ang="0">
                <a:pos x="connsiteX3" y="connsiteY3"/>
              </a:cxn>
            </a:cxnLst>
            <a:rect l="l" t="t" r="r" b="b"/>
            <a:pathLst>
              <a:path w="487806" h="510610">
                <a:moveTo>
                  <a:pt x="487806" y="171848"/>
                </a:moveTo>
                <a:lnTo>
                  <a:pt x="308036" y="510610"/>
                </a:lnTo>
                <a:lnTo>
                  <a:pt x="0" y="0"/>
                </a:lnTo>
                <a:lnTo>
                  <a:pt x="487806" y="171848"/>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40B601BE-5173-46B7-B727-24C354628A9A}"/>
              </a:ext>
            </a:extLst>
          </p:cNvPr>
          <p:cNvSpPr/>
          <p:nvPr userDrawn="1"/>
        </p:nvSpPr>
        <p:spPr>
          <a:xfrm>
            <a:off x="10871770" y="1202556"/>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0840A278-AE7C-4997-AAEA-F758452843B7}"/>
              </a:ext>
            </a:extLst>
          </p:cNvPr>
          <p:cNvSpPr/>
          <p:nvPr userDrawn="1"/>
        </p:nvSpPr>
        <p:spPr>
          <a:xfrm rot="20761418">
            <a:off x="11512604" y="1484835"/>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21">
            <a:extLst>
              <a:ext uri="{FF2B5EF4-FFF2-40B4-BE49-F238E27FC236}">
                <a16:creationId xmlns:a16="http://schemas.microsoft.com/office/drawing/2014/main" id="{03AE5DE6-4BFB-4DB3-8207-ABE7B804220D}"/>
              </a:ext>
            </a:extLst>
          </p:cNvPr>
          <p:cNvSpPr/>
          <p:nvPr userDrawn="1"/>
        </p:nvSpPr>
        <p:spPr>
          <a:xfrm rot="1160487">
            <a:off x="10291662" y="1614015"/>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Freeform: Shape 22">
            <a:extLst>
              <a:ext uri="{FF2B5EF4-FFF2-40B4-BE49-F238E27FC236}">
                <a16:creationId xmlns:a16="http://schemas.microsoft.com/office/drawing/2014/main" id="{06BC0376-95EB-4B85-AD13-AB07742066DC}"/>
              </a:ext>
            </a:extLst>
          </p:cNvPr>
          <p:cNvSpPr/>
          <p:nvPr userDrawn="1"/>
        </p:nvSpPr>
        <p:spPr>
          <a:xfrm rot="803026">
            <a:off x="11586107" y="2015428"/>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5CFF4C50-933F-41F9-AD11-BD02410AA7D5}"/>
              </a:ext>
            </a:extLst>
          </p:cNvPr>
          <p:cNvSpPr>
            <a:spLocks noGrp="1"/>
          </p:cNvSpPr>
          <p:nvPr>
            <p:ph type="title"/>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152000"/>
            <a:ext cx="3600000" cy="503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6">
            <a:extLst>
              <a:ext uri="{FF2B5EF4-FFF2-40B4-BE49-F238E27FC236}">
                <a16:creationId xmlns:a16="http://schemas.microsoft.com/office/drawing/2014/main" id="{19F419B1-164A-4B7A-BBEC-47B6151ECB05}"/>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8" name="Slide Number Placeholder 7">
            <a:extLst>
              <a:ext uri="{FF2B5EF4-FFF2-40B4-BE49-F238E27FC236}">
                <a16:creationId xmlns:a16="http://schemas.microsoft.com/office/drawing/2014/main" id="{86E99B1E-D08C-46BA-9D27-9ED02F4C9B6C}"/>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152000"/>
            <a:ext cx="360045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10">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152000"/>
            <a:ext cx="360045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54388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152000"/>
            <a:ext cx="2160000" cy="503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6">
            <a:extLst>
              <a:ext uri="{FF2B5EF4-FFF2-40B4-BE49-F238E27FC236}">
                <a16:creationId xmlns:a16="http://schemas.microsoft.com/office/drawing/2014/main" id="{19F419B1-164A-4B7A-BBEC-47B6151ECB05}"/>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8" name="Slide Number Placeholder 7">
            <a:extLst>
              <a:ext uri="{FF2B5EF4-FFF2-40B4-BE49-F238E27FC236}">
                <a16:creationId xmlns:a16="http://schemas.microsoft.com/office/drawing/2014/main" id="{86E99B1E-D08C-46BA-9D27-9ED02F4C9B6C}"/>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152525"/>
            <a:ext cx="2160588"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2">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152525"/>
            <a:ext cx="2160588"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4">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148060"/>
            <a:ext cx="2160588"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16">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152525"/>
            <a:ext cx="2160588"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74837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gital Product">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5F6D6B0F-FF8B-4D60-B712-A57904D5502C}"/>
              </a:ext>
            </a:extLst>
          </p:cNvPr>
          <p:cNvSpPr/>
          <p:nvPr userDrawn="1"/>
        </p:nvSpPr>
        <p:spPr>
          <a:xfrm rot="19260823">
            <a:off x="10216425" y="538864"/>
            <a:ext cx="467362" cy="344458"/>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FFF5FB50-33B5-4195-92D6-70891F240926}"/>
              </a:ext>
            </a:extLst>
          </p:cNvPr>
          <p:cNvSpPr/>
          <p:nvPr userDrawn="1"/>
        </p:nvSpPr>
        <p:spPr>
          <a:xfrm rot="20377627">
            <a:off x="10678141" y="849218"/>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25">
            <a:extLst>
              <a:ext uri="{FF2B5EF4-FFF2-40B4-BE49-F238E27FC236}">
                <a16:creationId xmlns:a16="http://schemas.microsoft.com/office/drawing/2014/main" id="{EECD958F-56E9-4A3B-9C25-D5970592C848}"/>
              </a:ext>
            </a:extLst>
          </p:cNvPr>
          <p:cNvSpPr/>
          <p:nvPr userDrawn="1"/>
        </p:nvSpPr>
        <p:spPr>
          <a:xfrm rot="19260823">
            <a:off x="10717367" y="620572"/>
            <a:ext cx="250689" cy="18476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Freeform: Shape 26">
            <a:extLst>
              <a:ext uri="{FF2B5EF4-FFF2-40B4-BE49-F238E27FC236}">
                <a16:creationId xmlns:a16="http://schemas.microsoft.com/office/drawing/2014/main" id="{72F4FF18-9272-43AF-912E-B1CF8BF148D4}"/>
              </a:ext>
            </a:extLst>
          </p:cNvPr>
          <p:cNvSpPr/>
          <p:nvPr userDrawn="1"/>
        </p:nvSpPr>
        <p:spPr>
          <a:xfrm rot="19810388">
            <a:off x="11064926" y="78160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Freeform: Shape 27">
            <a:extLst>
              <a:ext uri="{FF2B5EF4-FFF2-40B4-BE49-F238E27FC236}">
                <a16:creationId xmlns:a16="http://schemas.microsoft.com/office/drawing/2014/main" id="{AE9C7EB4-9E81-4394-8C2C-A54BBD15B51D}"/>
              </a:ext>
            </a:extLst>
          </p:cNvPr>
          <p:cNvSpPr/>
          <p:nvPr userDrawn="1"/>
        </p:nvSpPr>
        <p:spPr>
          <a:xfrm rot="18277851">
            <a:off x="11152527" y="38205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Freeform: Shape 28">
            <a:extLst>
              <a:ext uri="{FF2B5EF4-FFF2-40B4-BE49-F238E27FC236}">
                <a16:creationId xmlns:a16="http://schemas.microsoft.com/office/drawing/2014/main" id="{FE681EC0-A139-4B14-89E8-F237CB63D4C9}"/>
              </a:ext>
            </a:extLst>
          </p:cNvPr>
          <p:cNvSpPr/>
          <p:nvPr userDrawn="1"/>
        </p:nvSpPr>
        <p:spPr>
          <a:xfrm rot="20761418">
            <a:off x="11545452" y="1030689"/>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Freeform: Shape 29">
            <a:extLst>
              <a:ext uri="{FF2B5EF4-FFF2-40B4-BE49-F238E27FC236}">
                <a16:creationId xmlns:a16="http://schemas.microsoft.com/office/drawing/2014/main" id="{87F87648-ABB4-4C97-BB6D-58342407E9DF}"/>
              </a:ext>
            </a:extLst>
          </p:cNvPr>
          <p:cNvSpPr/>
          <p:nvPr userDrawn="1"/>
        </p:nvSpPr>
        <p:spPr>
          <a:xfrm rot="17315293">
            <a:off x="11756248" y="24755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eform: Shape 30">
            <a:extLst>
              <a:ext uri="{FF2B5EF4-FFF2-40B4-BE49-F238E27FC236}">
                <a16:creationId xmlns:a16="http://schemas.microsoft.com/office/drawing/2014/main" id="{0802EFEB-F4DF-4501-91AA-173B60EBBBAA}"/>
              </a:ext>
            </a:extLst>
          </p:cNvPr>
          <p:cNvSpPr/>
          <p:nvPr userDrawn="1"/>
        </p:nvSpPr>
        <p:spPr>
          <a:xfrm rot="20082236">
            <a:off x="11448108" y="631127"/>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Freeform: Shape 31">
            <a:extLst>
              <a:ext uri="{FF2B5EF4-FFF2-40B4-BE49-F238E27FC236}">
                <a16:creationId xmlns:a16="http://schemas.microsoft.com/office/drawing/2014/main" id="{109FE51D-8E02-4ED7-862B-5CF838F7F77F}"/>
              </a:ext>
            </a:extLst>
          </p:cNvPr>
          <p:cNvSpPr/>
          <p:nvPr userDrawn="1"/>
        </p:nvSpPr>
        <p:spPr>
          <a:xfrm rot="19879732">
            <a:off x="11668879" y="824433"/>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4ECB9E40-5923-4571-9C8E-D7412C1283B2}"/>
              </a:ext>
            </a:extLst>
          </p:cNvPr>
          <p:cNvSpPr/>
          <p:nvPr userDrawn="1"/>
        </p:nvSpPr>
        <p:spPr>
          <a:xfrm rot="328041">
            <a:off x="10094502" y="901548"/>
            <a:ext cx="579699" cy="606799"/>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 name="connsiteX0" fmla="*/ 487806 w 487806"/>
              <a:gd name="connsiteY0" fmla="*/ 171848 h 510610"/>
              <a:gd name="connsiteX1" fmla="*/ 308036 w 487806"/>
              <a:gd name="connsiteY1" fmla="*/ 510610 h 510610"/>
              <a:gd name="connsiteX2" fmla="*/ 0 w 487806"/>
              <a:gd name="connsiteY2" fmla="*/ 0 h 510610"/>
              <a:gd name="connsiteX3" fmla="*/ 487806 w 487806"/>
              <a:gd name="connsiteY3" fmla="*/ 171848 h 510610"/>
            </a:gdLst>
            <a:ahLst/>
            <a:cxnLst>
              <a:cxn ang="0">
                <a:pos x="connsiteX0" y="connsiteY0"/>
              </a:cxn>
              <a:cxn ang="0">
                <a:pos x="connsiteX1" y="connsiteY1"/>
              </a:cxn>
              <a:cxn ang="0">
                <a:pos x="connsiteX2" y="connsiteY2"/>
              </a:cxn>
              <a:cxn ang="0">
                <a:pos x="connsiteX3" y="connsiteY3"/>
              </a:cxn>
            </a:cxnLst>
            <a:rect l="l" t="t" r="r" b="b"/>
            <a:pathLst>
              <a:path w="487806" h="510610">
                <a:moveTo>
                  <a:pt x="487806" y="171848"/>
                </a:moveTo>
                <a:lnTo>
                  <a:pt x="308036" y="510610"/>
                </a:lnTo>
                <a:lnTo>
                  <a:pt x="0" y="0"/>
                </a:lnTo>
                <a:lnTo>
                  <a:pt x="487806" y="171848"/>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E46052C9-826B-47AC-9F6B-3078D4F43748}"/>
              </a:ext>
            </a:extLst>
          </p:cNvPr>
          <p:cNvSpPr/>
          <p:nvPr userDrawn="1"/>
        </p:nvSpPr>
        <p:spPr>
          <a:xfrm>
            <a:off x="10871770" y="1202556"/>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Freeform: Shape 34">
            <a:extLst>
              <a:ext uri="{FF2B5EF4-FFF2-40B4-BE49-F238E27FC236}">
                <a16:creationId xmlns:a16="http://schemas.microsoft.com/office/drawing/2014/main" id="{0C3867F5-4C6F-48BE-9DFF-9046D1FE6771}"/>
              </a:ext>
            </a:extLst>
          </p:cNvPr>
          <p:cNvSpPr/>
          <p:nvPr userDrawn="1"/>
        </p:nvSpPr>
        <p:spPr>
          <a:xfrm rot="20761418">
            <a:off x="11512604" y="1484835"/>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Freeform: Shape 35">
            <a:extLst>
              <a:ext uri="{FF2B5EF4-FFF2-40B4-BE49-F238E27FC236}">
                <a16:creationId xmlns:a16="http://schemas.microsoft.com/office/drawing/2014/main" id="{7B0CB40F-9E6F-457D-9C1F-9769BC3AE13E}"/>
              </a:ext>
            </a:extLst>
          </p:cNvPr>
          <p:cNvSpPr/>
          <p:nvPr userDrawn="1"/>
        </p:nvSpPr>
        <p:spPr>
          <a:xfrm rot="1160487">
            <a:off x="10291662" y="1614015"/>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Freeform: Shape 36">
            <a:extLst>
              <a:ext uri="{FF2B5EF4-FFF2-40B4-BE49-F238E27FC236}">
                <a16:creationId xmlns:a16="http://schemas.microsoft.com/office/drawing/2014/main" id="{0FCD03E7-2128-4C04-A914-409506646A76}"/>
              </a:ext>
            </a:extLst>
          </p:cNvPr>
          <p:cNvSpPr/>
          <p:nvPr userDrawn="1"/>
        </p:nvSpPr>
        <p:spPr>
          <a:xfrm rot="803026">
            <a:off x="11586107" y="2015428"/>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43" name="Group 42">
            <a:extLst>
              <a:ext uri="{FF2B5EF4-FFF2-40B4-BE49-F238E27FC236}">
                <a16:creationId xmlns:a16="http://schemas.microsoft.com/office/drawing/2014/main" id="{0725BC56-C7B6-400F-80F9-3F968E2CAE0E}"/>
              </a:ext>
            </a:extLst>
          </p:cNvPr>
          <p:cNvGrpSpPr/>
          <p:nvPr userDrawn="1"/>
        </p:nvGrpSpPr>
        <p:grpSpPr>
          <a:xfrm>
            <a:off x="3383603" y="1013721"/>
            <a:ext cx="7749965" cy="5100743"/>
            <a:chOff x="510812" y="938373"/>
            <a:chExt cx="8073393" cy="5313612"/>
          </a:xfrm>
        </p:grpSpPr>
        <p:sp>
          <p:nvSpPr>
            <p:cNvPr id="44" name="Rounded Rectangle 15">
              <a:extLst>
                <a:ext uri="{FF2B5EF4-FFF2-40B4-BE49-F238E27FC236}">
                  <a16:creationId xmlns:a16="http://schemas.microsoft.com/office/drawing/2014/main" id="{1EC806EC-A1B2-4893-9504-1D7FFE8E238F}"/>
                </a:ext>
              </a:extLst>
            </p:cNvPr>
            <p:cNvSpPr/>
            <p:nvPr/>
          </p:nvSpPr>
          <p:spPr>
            <a:xfrm>
              <a:off x="877709" y="938373"/>
              <a:ext cx="7339600" cy="5234482"/>
            </a:xfrm>
            <a:prstGeom prst="round2SameRect">
              <a:avLst>
                <a:gd name="adj1" fmla="val 5601"/>
                <a:gd name="adj2" fmla="val 0"/>
              </a:avLst>
            </a:prstGeom>
            <a:solidFill>
              <a:schemeClr val="bg1">
                <a:lumMod val="85000"/>
              </a:schemeClr>
            </a:solidFill>
            <a:ln w="3175">
              <a:noFill/>
            </a:ln>
            <a:scene3d>
              <a:camera prst="isometricLeftDown">
                <a:rot lat="0" lon="0" rev="0"/>
              </a:camera>
              <a:lightRig rig="threePt" dir="t"/>
            </a:scene3d>
            <a:sp3d extrusionH="63500">
              <a:bevelT w="0" h="0"/>
              <a:bevelB w="0"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45" name="Rounded Rectangle 15">
              <a:extLst>
                <a:ext uri="{FF2B5EF4-FFF2-40B4-BE49-F238E27FC236}">
                  <a16:creationId xmlns:a16="http://schemas.microsoft.com/office/drawing/2014/main" id="{535A1B12-6F16-41A0-A6B1-4AD0CCB5A081}"/>
                </a:ext>
              </a:extLst>
            </p:cNvPr>
            <p:cNvSpPr/>
            <p:nvPr/>
          </p:nvSpPr>
          <p:spPr>
            <a:xfrm>
              <a:off x="930758" y="995668"/>
              <a:ext cx="7233502" cy="5177187"/>
            </a:xfrm>
            <a:prstGeom prst="round2SameRect">
              <a:avLst>
                <a:gd name="adj1" fmla="val 4499"/>
                <a:gd name="adj2" fmla="val 0"/>
              </a:avLst>
            </a:prstGeom>
            <a:solidFill>
              <a:schemeClr val="bg1"/>
            </a:solidFill>
            <a:ln w="3175">
              <a:solidFill>
                <a:schemeClr val="accent1"/>
              </a:solidFill>
            </a:ln>
            <a:scene3d>
              <a:camera prst="isometricLeftDown">
                <a:rot lat="0" lon="0" rev="0"/>
              </a:camera>
              <a:lightRig rig="threePt" dir="t"/>
            </a:scene3d>
            <a:sp3d extrusionH="63500">
              <a:bevelT w="0" h="0"/>
              <a:bevelB w="0"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6" name="Rectangle: Rounded Corners 45">
              <a:extLst>
                <a:ext uri="{FF2B5EF4-FFF2-40B4-BE49-F238E27FC236}">
                  <a16:creationId xmlns:a16="http://schemas.microsoft.com/office/drawing/2014/main" id="{379B244F-CF81-4500-A78E-495ABA6828BA}"/>
                </a:ext>
              </a:extLst>
            </p:cNvPr>
            <p:cNvSpPr/>
            <p:nvPr/>
          </p:nvSpPr>
          <p:spPr>
            <a:xfrm rot="16200000">
              <a:off x="2264894" y="295974"/>
              <a:ext cx="4565229" cy="6599909"/>
            </a:xfrm>
            <a:prstGeom prst="roundRect">
              <a:avLst>
                <a:gd name="adj" fmla="val 1476"/>
              </a:avLst>
            </a:prstGeom>
            <a:solidFill>
              <a:schemeClr val="bg1"/>
            </a:solid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7" name="Rounded Rectangle 15">
              <a:extLst>
                <a:ext uri="{FF2B5EF4-FFF2-40B4-BE49-F238E27FC236}">
                  <a16:creationId xmlns:a16="http://schemas.microsoft.com/office/drawing/2014/main" id="{EE88F157-E260-486F-937E-C18428699861}"/>
                </a:ext>
              </a:extLst>
            </p:cNvPr>
            <p:cNvSpPr/>
            <p:nvPr/>
          </p:nvSpPr>
          <p:spPr>
            <a:xfrm rot="10800000">
              <a:off x="510812" y="5998253"/>
              <a:ext cx="8073393" cy="248975"/>
            </a:xfrm>
            <a:prstGeom prst="round2SameRect">
              <a:avLst>
                <a:gd name="adj1" fmla="val 50000"/>
                <a:gd name="adj2" fmla="val 0"/>
              </a:avLst>
            </a:prstGeom>
            <a:solidFill>
              <a:schemeClr val="bg1"/>
            </a:solidFill>
            <a:ln w="3175">
              <a:solidFill>
                <a:schemeClr val="accent1"/>
              </a:solidFill>
            </a:ln>
            <a:scene3d>
              <a:camera prst="isometricLeftDown">
                <a:rot lat="0" lon="0" rev="0"/>
              </a:camera>
              <a:lightRig rig="threePt" dir="t"/>
            </a:scene3d>
            <a:sp3d extrusionH="63500">
              <a:bevelT w="0" h="0"/>
              <a:bevelB w="0"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8" name="Rounded Rectangle 15">
              <a:extLst>
                <a:ext uri="{FF2B5EF4-FFF2-40B4-BE49-F238E27FC236}">
                  <a16:creationId xmlns:a16="http://schemas.microsoft.com/office/drawing/2014/main" id="{F736AFAF-44AD-47CE-A63B-210102A4BF0B}"/>
                </a:ext>
              </a:extLst>
            </p:cNvPr>
            <p:cNvSpPr/>
            <p:nvPr userDrawn="1"/>
          </p:nvSpPr>
          <p:spPr>
            <a:xfrm>
              <a:off x="3668019" y="6206338"/>
              <a:ext cx="1758981" cy="45647"/>
            </a:xfrm>
            <a:prstGeom prst="round2SameRect">
              <a:avLst>
                <a:gd name="adj1" fmla="val 50000"/>
                <a:gd name="adj2" fmla="val 0"/>
              </a:avLst>
            </a:prstGeom>
            <a:gradFill>
              <a:gsLst>
                <a:gs pos="0">
                  <a:schemeClr val="tx1">
                    <a:alpha val="0"/>
                  </a:schemeClr>
                </a:gs>
                <a:gs pos="100000">
                  <a:schemeClr val="tx1">
                    <a:alpha val="31000"/>
                  </a:schemeClr>
                </a:gs>
              </a:gsLst>
              <a:lin ang="16200000" scaled="0"/>
            </a:gradFill>
            <a:ln w="3175">
              <a:noFill/>
            </a:ln>
            <a:scene3d>
              <a:camera prst="isometricLeftDown">
                <a:rot lat="0" lon="0" rev="0"/>
              </a:camera>
              <a:lightRig rig="threePt" dir="t"/>
            </a:scene3d>
            <a:sp3d extrusionH="63500">
              <a:bevelT w="0" h="0"/>
              <a:bevelB w="0"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49" name="Oval 48">
              <a:extLst>
                <a:ext uri="{FF2B5EF4-FFF2-40B4-BE49-F238E27FC236}">
                  <a16:creationId xmlns:a16="http://schemas.microsoft.com/office/drawing/2014/main" id="{A4F6457E-3660-4E80-82BC-8894D701DEE9}"/>
                </a:ext>
              </a:extLst>
            </p:cNvPr>
            <p:cNvSpPr/>
            <p:nvPr/>
          </p:nvSpPr>
          <p:spPr>
            <a:xfrm rot="16200000">
              <a:off x="4660498" y="1119143"/>
              <a:ext cx="48680" cy="48680"/>
            </a:xfrm>
            <a:prstGeom prst="ellipse">
              <a:avLst/>
            </a:prstGeom>
            <a:solidFill>
              <a:schemeClr val="bg1">
                <a:lumMod val="85000"/>
              </a:schemeClr>
            </a:solidFill>
            <a:ln w="0">
              <a:noFill/>
            </a:ln>
            <a:scene3d>
              <a:camera prst="isometricLeftDown">
                <a:rot lat="0" lon="0" rev="0"/>
              </a:camera>
              <a:lightRig rig="threePt" dir="t"/>
            </a:scene3d>
            <a:sp3d extrusionH="63500">
              <a:bevelT w="0" h="0"/>
              <a:bevelB w="0"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50" name="Oval 49">
              <a:extLst>
                <a:ext uri="{FF2B5EF4-FFF2-40B4-BE49-F238E27FC236}">
                  <a16:creationId xmlns:a16="http://schemas.microsoft.com/office/drawing/2014/main" id="{88230416-7E55-4CB0-9548-491BA471E9E8}"/>
                </a:ext>
              </a:extLst>
            </p:cNvPr>
            <p:cNvSpPr/>
            <p:nvPr/>
          </p:nvSpPr>
          <p:spPr>
            <a:xfrm rot="16200000">
              <a:off x="4505961" y="1106017"/>
              <a:ext cx="83096" cy="83096"/>
            </a:xfrm>
            <a:prstGeom prst="ellipse">
              <a:avLst/>
            </a:prstGeom>
            <a:solidFill>
              <a:schemeClr val="bg1">
                <a:lumMod val="85000"/>
              </a:schemeClr>
            </a:solidFill>
            <a:ln w="3175">
              <a:noFill/>
            </a:ln>
            <a:scene3d>
              <a:camera prst="isometricLeftDown">
                <a:rot lat="0" lon="0" rev="0"/>
              </a:camera>
              <a:lightRig rig="threePt" dir="t"/>
            </a:scene3d>
            <a:sp3d extrusionH="63500">
              <a:bevelT w="0" h="0"/>
              <a:bevelB w="0"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51" name="Oval 50">
              <a:extLst>
                <a:ext uri="{FF2B5EF4-FFF2-40B4-BE49-F238E27FC236}">
                  <a16:creationId xmlns:a16="http://schemas.microsoft.com/office/drawing/2014/main" id="{FE3C1810-AD4F-4393-928E-CFA8053A2CC2}"/>
                </a:ext>
              </a:extLst>
            </p:cNvPr>
            <p:cNvSpPr/>
            <p:nvPr/>
          </p:nvSpPr>
          <p:spPr>
            <a:xfrm rot="16200000">
              <a:off x="4524686" y="1124741"/>
              <a:ext cx="45647" cy="45647"/>
            </a:xfrm>
            <a:prstGeom prst="ellipse">
              <a:avLst/>
            </a:prstGeom>
            <a:solidFill>
              <a:schemeClr val="bg1">
                <a:lumMod val="85000"/>
              </a:schemeClr>
            </a:solidFill>
            <a:ln w="3175">
              <a:noFill/>
            </a:ln>
            <a:scene3d>
              <a:camera prst="isometricLeftDown">
                <a:rot lat="0" lon="0" rev="0"/>
              </a:camera>
              <a:lightRig rig="threePt" dir="t"/>
            </a:scene3d>
            <a:sp3d extrusionH="63500">
              <a:bevelT w="0" h="0"/>
              <a:bevelB w="0"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gr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152000"/>
            <a:ext cx="2951603" cy="2196235"/>
          </a:xfrm>
        </p:spPr>
        <p:txBody>
          <a:bodyPr anchor="b"/>
          <a:lstStyle>
            <a:lvl1pPr marL="0" indent="0">
              <a:buNone/>
              <a:defRPr sz="2800">
                <a:solidFill>
                  <a:schemeClr val="tx1">
                    <a:lumMod val="75000"/>
                    <a:lumOff val="25000"/>
                  </a:schemeClr>
                </a:solidFill>
              </a:defRPr>
            </a:lvl1pPr>
            <a:lvl2pPr marL="266700" indent="0">
              <a:buNone/>
              <a:defRPr sz="2400">
                <a:solidFill>
                  <a:schemeClr val="tx1">
                    <a:lumMod val="75000"/>
                    <a:lumOff val="25000"/>
                  </a:schemeClr>
                </a:solidFill>
              </a:defRPr>
            </a:lvl2pPr>
            <a:lvl3pPr marL="542925" indent="0">
              <a:buNone/>
              <a:defRPr sz="2000">
                <a:solidFill>
                  <a:schemeClr val="tx1">
                    <a:lumMod val="75000"/>
                    <a:lumOff val="25000"/>
                  </a:schemeClr>
                </a:solidFill>
              </a:defRPr>
            </a:lvl3pPr>
            <a:lvl4pPr marL="809625" indent="0">
              <a:buNone/>
              <a:defRPr sz="2000">
                <a:solidFill>
                  <a:schemeClr val="tx1">
                    <a:lumMod val="75000"/>
                    <a:lumOff val="25000"/>
                  </a:schemeClr>
                </a:solidFill>
              </a:defRPr>
            </a:lvl4pPr>
            <a:lvl5pPr marL="1076325" indent="0">
              <a:buNone/>
              <a:defRPr sz="2000">
                <a:solidFill>
                  <a:schemeClr val="tx1">
                    <a:lumMod val="75000"/>
                    <a:lumOff val="25000"/>
                  </a:schemeClr>
                </a:solidFill>
              </a:defRPr>
            </a:lvl5pPr>
          </a:lstStyle>
          <a:p>
            <a:pPr lvl="0"/>
            <a:r>
              <a:rPr lang="en-US" noProof="0"/>
              <a:t>Emphasized text can go here</a:t>
            </a:r>
          </a:p>
        </p:txBody>
      </p:sp>
      <p:sp>
        <p:nvSpPr>
          <p:cNvPr id="2" name="Title 1">
            <a:extLst>
              <a:ext uri="{FF2B5EF4-FFF2-40B4-BE49-F238E27FC236}">
                <a16:creationId xmlns:a16="http://schemas.microsoft.com/office/drawing/2014/main" id="{5CFF4C50-933F-41F9-AD11-BD02410AA7D5}"/>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7" name="Footer Placeholder 6">
            <a:extLst>
              <a:ext uri="{FF2B5EF4-FFF2-40B4-BE49-F238E27FC236}">
                <a16:creationId xmlns:a16="http://schemas.microsoft.com/office/drawing/2014/main" id="{19F419B1-164A-4B7A-BBEC-47B6151ECB05}"/>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8" name="Slide Number Placeholder 7">
            <a:extLst>
              <a:ext uri="{FF2B5EF4-FFF2-40B4-BE49-F238E27FC236}">
                <a16:creationId xmlns:a16="http://schemas.microsoft.com/office/drawing/2014/main" id="{86E99B1E-D08C-46BA-9D27-9ED02F4C9B6C}"/>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5" name="Picture Placeholder 4">
            <a:extLst>
              <a:ext uri="{FF2B5EF4-FFF2-40B4-BE49-F238E27FC236}">
                <a16:creationId xmlns:a16="http://schemas.microsoft.com/office/drawing/2014/main" id="{8C1EA41E-F6C4-484F-95E9-42978FF21625}"/>
              </a:ext>
            </a:extLst>
          </p:cNvPr>
          <p:cNvSpPr>
            <a:spLocks noGrp="1"/>
          </p:cNvSpPr>
          <p:nvPr>
            <p:ph type="pic" sz="quarter" idx="12" hasCustomPrompt="1"/>
          </p:nvPr>
        </p:nvSpPr>
        <p:spPr>
          <a:xfrm>
            <a:off x="4092796" y="1376357"/>
            <a:ext cx="6333545" cy="4379625"/>
          </a:xfrm>
          <a:prstGeom prst="roundRect">
            <a:avLst>
              <a:gd name="adj" fmla="val 1356"/>
            </a:avLst>
          </a:prstGeom>
          <a:solidFill>
            <a:schemeClr val="bg1">
              <a:lumMod val="95000"/>
            </a:schemeClr>
          </a:solidFill>
          <a:ln>
            <a:noFill/>
          </a:ln>
        </p:spPr>
        <p:txBody>
          <a:bodyPr anchor="ct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i="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and Drop Image Here</a:t>
            </a:r>
          </a:p>
        </p:txBody>
      </p:sp>
      <p:sp>
        <p:nvSpPr>
          <p:cNvPr id="9" name="Text Placeholder 8">
            <a:extLst>
              <a:ext uri="{FF2B5EF4-FFF2-40B4-BE49-F238E27FC236}">
                <a16:creationId xmlns:a16="http://schemas.microsoft.com/office/drawing/2014/main" id="{35FD3B7C-17C6-4327-986C-A8A6D6EC1B52}"/>
              </a:ext>
            </a:extLst>
          </p:cNvPr>
          <p:cNvSpPr>
            <a:spLocks noGrp="1"/>
          </p:cNvSpPr>
          <p:nvPr>
            <p:ph type="body" sz="quarter" idx="13"/>
          </p:nvPr>
        </p:nvSpPr>
        <p:spPr>
          <a:xfrm>
            <a:off x="431800" y="3509766"/>
            <a:ext cx="2951163" cy="232270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36286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Numbers Option 1">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30F7266-25A0-4B3A-A8CE-F083ECC9D4C6}"/>
              </a:ext>
            </a:extLst>
          </p:cNvPr>
          <p:cNvSpPr/>
          <p:nvPr userDrawn="1"/>
        </p:nvSpPr>
        <p:spPr>
          <a:xfrm>
            <a:off x="0" y="2539992"/>
            <a:ext cx="5373076" cy="4318008"/>
          </a:xfrm>
          <a:custGeom>
            <a:avLst/>
            <a:gdLst>
              <a:gd name="connsiteX0" fmla="*/ 4972877 w 5373076"/>
              <a:gd name="connsiteY0" fmla="*/ 1816430 h 4318008"/>
              <a:gd name="connsiteX1" fmla="*/ 5211912 w 5373076"/>
              <a:gd name="connsiteY1" fmla="*/ 2046590 h 4318008"/>
              <a:gd name="connsiteX2" fmla="*/ 4866804 w 5373076"/>
              <a:gd name="connsiteY2" fmla="*/ 2013272 h 4318008"/>
              <a:gd name="connsiteX3" fmla="*/ 3721849 w 5373076"/>
              <a:gd name="connsiteY3" fmla="*/ 1808102 h 4318008"/>
              <a:gd name="connsiteX4" fmla="*/ 3854624 w 5373076"/>
              <a:gd name="connsiteY4" fmla="*/ 2524110 h 4318008"/>
              <a:gd name="connsiteX5" fmla="*/ 3419634 w 5373076"/>
              <a:gd name="connsiteY5" fmla="*/ 2322178 h 4318008"/>
              <a:gd name="connsiteX6" fmla="*/ 3604566 w 5373076"/>
              <a:gd name="connsiteY6" fmla="*/ 1945430 h 4318008"/>
              <a:gd name="connsiteX7" fmla="*/ 2301472 w 5373076"/>
              <a:gd name="connsiteY7" fmla="*/ 1771765 h 4318008"/>
              <a:gd name="connsiteX8" fmla="*/ 3237442 w 5373076"/>
              <a:gd name="connsiteY8" fmla="*/ 2134997 h 4318008"/>
              <a:gd name="connsiteX9" fmla="*/ 3266331 w 5373076"/>
              <a:gd name="connsiteY9" fmla="*/ 2949530 h 4318008"/>
              <a:gd name="connsiteX10" fmla="*/ 1897852 w 5373076"/>
              <a:gd name="connsiteY10" fmla="*/ 4318008 h 4318008"/>
              <a:gd name="connsiteX11" fmla="*/ 134565 w 5373076"/>
              <a:gd name="connsiteY11" fmla="*/ 4318008 h 4318008"/>
              <a:gd name="connsiteX12" fmla="*/ 0 w 5373076"/>
              <a:gd name="connsiteY12" fmla="*/ 4183443 h 4318008"/>
              <a:gd name="connsiteX13" fmla="*/ 0 w 5373076"/>
              <a:gd name="connsiteY13" fmla="*/ 2855805 h 4318008"/>
              <a:gd name="connsiteX14" fmla="*/ 5243699 w 5373076"/>
              <a:gd name="connsiteY14" fmla="*/ 652159 h 4318008"/>
              <a:gd name="connsiteX15" fmla="*/ 5058767 w 5373076"/>
              <a:gd name="connsiteY15" fmla="*/ 1028908 h 4318008"/>
              <a:gd name="connsiteX16" fmla="*/ 4960786 w 5373076"/>
              <a:gd name="connsiteY16" fmla="*/ 983422 h 4318008"/>
              <a:gd name="connsiteX17" fmla="*/ 3473588 w 5373076"/>
              <a:gd name="connsiteY17" fmla="*/ 405712 h 4318008"/>
              <a:gd name="connsiteX18" fmla="*/ 4094196 w 5373076"/>
              <a:gd name="connsiteY18" fmla="*/ 1366894 h 4318008"/>
              <a:gd name="connsiteX19" fmla="*/ 3778134 w 5373076"/>
              <a:gd name="connsiteY19" fmla="*/ 1741309 h 4318008"/>
              <a:gd name="connsiteX20" fmla="*/ 2824519 w 5373076"/>
              <a:gd name="connsiteY20" fmla="*/ 1808100 h 4318008"/>
              <a:gd name="connsiteX21" fmla="*/ 4454991 w 5373076"/>
              <a:gd name="connsiteY21" fmla="*/ 0 h 4318008"/>
              <a:gd name="connsiteX22" fmla="*/ 5373076 w 5373076"/>
              <a:gd name="connsiteY22" fmla="*/ 32358 h 4318008"/>
              <a:gd name="connsiteX23" fmla="*/ 4628717 w 5373076"/>
              <a:gd name="connsiteY23" fmla="*/ 1349015 h 4318008"/>
              <a:gd name="connsiteX24" fmla="*/ 4094010 w 5373076"/>
              <a:gd name="connsiteY24" fmla="*/ 779481 h 4318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73076" h="4318008">
                <a:moveTo>
                  <a:pt x="4972877" y="1816430"/>
                </a:moveTo>
                <a:lnTo>
                  <a:pt x="5211912" y="2046590"/>
                </a:lnTo>
                <a:lnTo>
                  <a:pt x="4866804" y="2013272"/>
                </a:lnTo>
                <a:close/>
                <a:moveTo>
                  <a:pt x="3721849" y="1808102"/>
                </a:moveTo>
                <a:lnTo>
                  <a:pt x="3854624" y="2524110"/>
                </a:lnTo>
                <a:lnTo>
                  <a:pt x="3419634" y="2322178"/>
                </a:lnTo>
                <a:lnTo>
                  <a:pt x="3604566" y="1945430"/>
                </a:lnTo>
                <a:close/>
                <a:moveTo>
                  <a:pt x="2301472" y="1771765"/>
                </a:moveTo>
                <a:lnTo>
                  <a:pt x="3237442" y="2134997"/>
                </a:lnTo>
                <a:lnTo>
                  <a:pt x="3266331" y="2949530"/>
                </a:lnTo>
                <a:lnTo>
                  <a:pt x="1897852" y="4318008"/>
                </a:lnTo>
                <a:lnTo>
                  <a:pt x="134565" y="4318008"/>
                </a:lnTo>
                <a:lnTo>
                  <a:pt x="0" y="4183443"/>
                </a:lnTo>
                <a:lnTo>
                  <a:pt x="0" y="2855805"/>
                </a:lnTo>
                <a:close/>
                <a:moveTo>
                  <a:pt x="5243699" y="652159"/>
                </a:moveTo>
                <a:lnTo>
                  <a:pt x="5058767" y="1028908"/>
                </a:lnTo>
                <a:lnTo>
                  <a:pt x="4960786" y="983422"/>
                </a:lnTo>
                <a:close/>
                <a:moveTo>
                  <a:pt x="3473588" y="405712"/>
                </a:moveTo>
                <a:lnTo>
                  <a:pt x="4094196" y="1366894"/>
                </a:lnTo>
                <a:lnTo>
                  <a:pt x="3778134" y="1741309"/>
                </a:lnTo>
                <a:lnTo>
                  <a:pt x="2824519" y="1808100"/>
                </a:lnTo>
                <a:close/>
                <a:moveTo>
                  <a:pt x="4454991" y="0"/>
                </a:moveTo>
                <a:lnTo>
                  <a:pt x="5373076" y="32358"/>
                </a:lnTo>
                <a:lnTo>
                  <a:pt x="4628717" y="1349015"/>
                </a:lnTo>
                <a:lnTo>
                  <a:pt x="4094010" y="77948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0EE479C-D1F6-4BAC-80D2-90EF74E3261A}"/>
              </a:ext>
            </a:extLst>
          </p:cNvPr>
          <p:cNvSpPr>
            <a:spLocks noGrp="1"/>
          </p:cNvSpPr>
          <p:nvPr userDrawn="1">
            <p:ph type="title"/>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userDrawn="1">
            <p:ph sz="half" idx="1"/>
          </p:nvPr>
        </p:nvSpPr>
        <p:spPr>
          <a:xfrm>
            <a:off x="906843" y="3429050"/>
            <a:ext cx="4522314" cy="2762949"/>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Footer Placeholder 7">
            <a:extLst>
              <a:ext uri="{FF2B5EF4-FFF2-40B4-BE49-F238E27FC236}">
                <a16:creationId xmlns:a16="http://schemas.microsoft.com/office/drawing/2014/main" id="{C9E47D86-FD0D-44D0-9B7F-9EDEBD11F9D6}"/>
              </a:ext>
            </a:extLst>
          </p:cNvPr>
          <p:cNvSpPr>
            <a:spLocks noGrp="1"/>
          </p:cNvSpPr>
          <p:nvPr userDrawn="1">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9" name="Slide Number Placeholder 8">
            <a:extLst>
              <a:ext uri="{FF2B5EF4-FFF2-40B4-BE49-F238E27FC236}">
                <a16:creationId xmlns:a16="http://schemas.microsoft.com/office/drawing/2014/main" id="{0A29F8B3-4723-4928-83E5-76C29D05F2FE}"/>
              </a:ext>
            </a:extLst>
          </p:cNvPr>
          <p:cNvSpPr>
            <a:spLocks noGrp="1"/>
          </p:cNvSpPr>
          <p:nvPr userDrawn="1">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6" name="Text Placeholder 5">
            <a:extLst>
              <a:ext uri="{FF2B5EF4-FFF2-40B4-BE49-F238E27FC236}">
                <a16:creationId xmlns:a16="http://schemas.microsoft.com/office/drawing/2014/main" id="{7867C73D-EE16-41D1-B7CE-A35C765E3B8D}"/>
              </a:ext>
            </a:extLst>
          </p:cNvPr>
          <p:cNvSpPr>
            <a:spLocks noGrp="1"/>
          </p:cNvSpPr>
          <p:nvPr userDrawn="1">
            <p:ph type="body" sz="quarter" idx="12"/>
          </p:nvPr>
        </p:nvSpPr>
        <p:spPr>
          <a:xfrm>
            <a:off x="6774740" y="3429000"/>
            <a:ext cx="4522407" cy="2762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 name="Text Placeholder 18">
            <a:extLst>
              <a:ext uri="{FF2B5EF4-FFF2-40B4-BE49-F238E27FC236}">
                <a16:creationId xmlns:a16="http://schemas.microsoft.com/office/drawing/2014/main" id="{FEF984BB-176D-4924-ADAD-52FBC95B07B2}"/>
              </a:ext>
            </a:extLst>
          </p:cNvPr>
          <p:cNvSpPr>
            <a:spLocks noGrp="1"/>
          </p:cNvSpPr>
          <p:nvPr>
            <p:ph type="body" sz="quarter" idx="13" hasCustomPrompt="1"/>
          </p:nvPr>
        </p:nvSpPr>
        <p:spPr>
          <a:xfrm>
            <a:off x="906463" y="2278063"/>
            <a:ext cx="4522787" cy="885825"/>
          </a:xfrm>
        </p:spPr>
        <p:txBody>
          <a:bodyPr anchor="ctr"/>
          <a:lstStyle>
            <a:lvl1pPr marL="0" indent="0">
              <a:buNone/>
              <a:defRPr sz="8000" b="1">
                <a:latin typeface="+mj-lt"/>
              </a:defRPr>
            </a:lvl1pPr>
            <a:lvl2pPr marL="266700" indent="0">
              <a:buNone/>
              <a:defRPr sz="8000">
                <a:latin typeface="+mj-lt"/>
              </a:defRPr>
            </a:lvl2pPr>
            <a:lvl3pPr marL="542925" indent="0">
              <a:buNone/>
              <a:defRPr sz="8000">
                <a:latin typeface="+mj-lt"/>
              </a:defRPr>
            </a:lvl3pPr>
            <a:lvl4pPr marL="809625" indent="0">
              <a:buNone/>
              <a:defRPr sz="8000">
                <a:latin typeface="+mj-lt"/>
              </a:defRPr>
            </a:lvl4pPr>
            <a:lvl5pPr marL="1076325" indent="0">
              <a:buNone/>
              <a:defRPr sz="8000">
                <a:latin typeface="+mj-lt"/>
              </a:defRPr>
            </a:lvl5pPr>
          </a:lstStyle>
          <a:p>
            <a:pPr lvl="0"/>
            <a:r>
              <a:rPr lang="en-US" noProof="0"/>
              <a:t>1</a:t>
            </a:r>
          </a:p>
        </p:txBody>
      </p:sp>
      <p:sp>
        <p:nvSpPr>
          <p:cNvPr id="21" name="Text Placeholder 20">
            <a:extLst>
              <a:ext uri="{FF2B5EF4-FFF2-40B4-BE49-F238E27FC236}">
                <a16:creationId xmlns:a16="http://schemas.microsoft.com/office/drawing/2014/main" id="{C59BE1D7-885A-4749-99BA-6909D64AFA4A}"/>
              </a:ext>
            </a:extLst>
          </p:cNvPr>
          <p:cNvSpPr>
            <a:spLocks noGrp="1"/>
          </p:cNvSpPr>
          <p:nvPr>
            <p:ph type="body" sz="quarter" idx="14" hasCustomPrompt="1"/>
          </p:nvPr>
        </p:nvSpPr>
        <p:spPr>
          <a:xfrm>
            <a:off x="6762750" y="2278063"/>
            <a:ext cx="4522787" cy="885825"/>
          </a:xfrm>
        </p:spPr>
        <p:txBody>
          <a:bodyPr anchor="ctr"/>
          <a:lstStyle>
            <a:lvl1pPr marL="0" indent="0">
              <a:buNone/>
              <a:defRPr sz="8000" b="1" i="0">
                <a:latin typeface="+mj-lt"/>
              </a:defRPr>
            </a:lvl1pPr>
          </a:lstStyle>
          <a:p>
            <a:pPr lvl="0"/>
            <a:r>
              <a:rPr lang="en-US" noProof="0"/>
              <a:t>2</a:t>
            </a:r>
          </a:p>
        </p:txBody>
      </p:sp>
      <p:cxnSp>
        <p:nvCxnSpPr>
          <p:cNvPr id="10" name="Straight Connector 9" descr="Middle divider line">
            <a:extLst>
              <a:ext uri="{FF2B5EF4-FFF2-40B4-BE49-F238E27FC236}">
                <a16:creationId xmlns:a16="http://schemas.microsoft.com/office/drawing/2014/main" id="{2B940646-DE40-4E0F-AE42-6530784C9A7D}"/>
              </a:ext>
              <a:ext uri="{C183D7F6-B498-43B3-948B-1728B52AA6E4}">
                <adec:decorative xmlns:adec="http://schemas.microsoft.com/office/drawing/2017/decorative" val="1"/>
              </a:ext>
            </a:extLst>
          </p:cNvPr>
          <p:cNvCxnSpPr>
            <a:cxnSpLocks/>
          </p:cNvCxnSpPr>
          <p:nvPr userDrawn="1"/>
        </p:nvCxnSpPr>
        <p:spPr>
          <a:xfrm>
            <a:off x="6096000" y="1391763"/>
            <a:ext cx="0" cy="4588123"/>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6449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AAF5B5B-E896-400A-9E43-EAF605A0AC8B}"/>
              </a:ext>
            </a:extLst>
          </p:cNvPr>
          <p:cNvSpPr/>
          <p:nvPr userDrawn="1"/>
        </p:nvSpPr>
        <p:spPr>
          <a:xfrm rot="19260823">
            <a:off x="10216425" y="538864"/>
            <a:ext cx="467362" cy="344458"/>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Freeform: Shape 12">
            <a:extLst>
              <a:ext uri="{FF2B5EF4-FFF2-40B4-BE49-F238E27FC236}">
                <a16:creationId xmlns:a16="http://schemas.microsoft.com/office/drawing/2014/main" id="{BA2F5A3D-36C4-4B97-A62C-2AEA3B6FC1CF}"/>
              </a:ext>
            </a:extLst>
          </p:cNvPr>
          <p:cNvSpPr/>
          <p:nvPr userDrawn="1"/>
        </p:nvSpPr>
        <p:spPr>
          <a:xfrm rot="20377627">
            <a:off x="10678141" y="849218"/>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3">
            <a:extLst>
              <a:ext uri="{FF2B5EF4-FFF2-40B4-BE49-F238E27FC236}">
                <a16:creationId xmlns:a16="http://schemas.microsoft.com/office/drawing/2014/main" id="{BB474E17-6556-4551-AD1B-351EE2DA98E0}"/>
              </a:ext>
            </a:extLst>
          </p:cNvPr>
          <p:cNvSpPr/>
          <p:nvPr userDrawn="1"/>
        </p:nvSpPr>
        <p:spPr>
          <a:xfrm rot="19260823">
            <a:off x="10717367" y="620572"/>
            <a:ext cx="250689" cy="18476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F860E6D1-2C9F-477C-AE22-BFF5ADE85C60}"/>
              </a:ext>
            </a:extLst>
          </p:cNvPr>
          <p:cNvSpPr/>
          <p:nvPr userDrawn="1"/>
        </p:nvSpPr>
        <p:spPr>
          <a:xfrm rot="19810388">
            <a:off x="11064926" y="78160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65EC6C60-C605-4022-9718-ED56F34D6448}"/>
              </a:ext>
            </a:extLst>
          </p:cNvPr>
          <p:cNvSpPr/>
          <p:nvPr userDrawn="1"/>
        </p:nvSpPr>
        <p:spPr>
          <a:xfrm rot="18277851">
            <a:off x="11152527" y="38205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9F47BB28-400F-4C54-ADDA-0055CEB6593B}"/>
              </a:ext>
            </a:extLst>
          </p:cNvPr>
          <p:cNvSpPr/>
          <p:nvPr userDrawn="1"/>
        </p:nvSpPr>
        <p:spPr>
          <a:xfrm rot="20761418">
            <a:off x="11545452" y="1030689"/>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7386F148-99E1-4ED6-B4DA-151A6DB27D67}"/>
              </a:ext>
            </a:extLst>
          </p:cNvPr>
          <p:cNvSpPr/>
          <p:nvPr userDrawn="1"/>
        </p:nvSpPr>
        <p:spPr>
          <a:xfrm rot="17315293">
            <a:off x="11756248" y="247552"/>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18">
            <a:extLst>
              <a:ext uri="{FF2B5EF4-FFF2-40B4-BE49-F238E27FC236}">
                <a16:creationId xmlns:a16="http://schemas.microsoft.com/office/drawing/2014/main" id="{1A0565DA-6430-4984-ACB6-E7FACACC71AF}"/>
              </a:ext>
            </a:extLst>
          </p:cNvPr>
          <p:cNvSpPr/>
          <p:nvPr userDrawn="1"/>
        </p:nvSpPr>
        <p:spPr>
          <a:xfrm rot="20082236">
            <a:off x="11448108" y="631127"/>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DDE18DFF-F9E6-4839-817B-4DD871CEAE6F}"/>
              </a:ext>
            </a:extLst>
          </p:cNvPr>
          <p:cNvSpPr/>
          <p:nvPr userDrawn="1"/>
        </p:nvSpPr>
        <p:spPr>
          <a:xfrm rot="19879732">
            <a:off x="11668879" y="824433"/>
            <a:ext cx="216995" cy="159931"/>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30038A3A-7324-4606-9C92-00C9AB1759F4}"/>
              </a:ext>
            </a:extLst>
          </p:cNvPr>
          <p:cNvSpPr/>
          <p:nvPr userDrawn="1"/>
        </p:nvSpPr>
        <p:spPr>
          <a:xfrm rot="328041">
            <a:off x="10094502" y="901548"/>
            <a:ext cx="579699" cy="606799"/>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 name="connsiteX0" fmla="*/ 487806 w 487806"/>
              <a:gd name="connsiteY0" fmla="*/ 171848 h 510610"/>
              <a:gd name="connsiteX1" fmla="*/ 308036 w 487806"/>
              <a:gd name="connsiteY1" fmla="*/ 510610 h 510610"/>
              <a:gd name="connsiteX2" fmla="*/ 0 w 487806"/>
              <a:gd name="connsiteY2" fmla="*/ 0 h 510610"/>
              <a:gd name="connsiteX3" fmla="*/ 487806 w 487806"/>
              <a:gd name="connsiteY3" fmla="*/ 171848 h 510610"/>
            </a:gdLst>
            <a:ahLst/>
            <a:cxnLst>
              <a:cxn ang="0">
                <a:pos x="connsiteX0" y="connsiteY0"/>
              </a:cxn>
              <a:cxn ang="0">
                <a:pos x="connsiteX1" y="connsiteY1"/>
              </a:cxn>
              <a:cxn ang="0">
                <a:pos x="connsiteX2" y="connsiteY2"/>
              </a:cxn>
              <a:cxn ang="0">
                <a:pos x="connsiteX3" y="connsiteY3"/>
              </a:cxn>
            </a:cxnLst>
            <a:rect l="l" t="t" r="r" b="b"/>
            <a:pathLst>
              <a:path w="487806" h="510610">
                <a:moveTo>
                  <a:pt x="487806" y="171848"/>
                </a:moveTo>
                <a:lnTo>
                  <a:pt x="308036" y="510610"/>
                </a:lnTo>
                <a:lnTo>
                  <a:pt x="0" y="0"/>
                </a:lnTo>
                <a:lnTo>
                  <a:pt x="487806" y="171848"/>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21">
            <a:extLst>
              <a:ext uri="{FF2B5EF4-FFF2-40B4-BE49-F238E27FC236}">
                <a16:creationId xmlns:a16="http://schemas.microsoft.com/office/drawing/2014/main" id="{5C0291BA-50C5-406F-B24E-14C9CAF652D7}"/>
              </a:ext>
            </a:extLst>
          </p:cNvPr>
          <p:cNvSpPr/>
          <p:nvPr userDrawn="1"/>
        </p:nvSpPr>
        <p:spPr>
          <a:xfrm>
            <a:off x="10871770" y="1202556"/>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Freeform: Shape 22">
            <a:extLst>
              <a:ext uri="{FF2B5EF4-FFF2-40B4-BE49-F238E27FC236}">
                <a16:creationId xmlns:a16="http://schemas.microsoft.com/office/drawing/2014/main" id="{152EBA81-38BC-4DF6-93C3-4A1A02FD2789}"/>
              </a:ext>
            </a:extLst>
          </p:cNvPr>
          <p:cNvSpPr/>
          <p:nvPr userDrawn="1"/>
        </p:nvSpPr>
        <p:spPr>
          <a:xfrm rot="20761418">
            <a:off x="11512604" y="1484835"/>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Freeform: Shape 23">
            <a:extLst>
              <a:ext uri="{FF2B5EF4-FFF2-40B4-BE49-F238E27FC236}">
                <a16:creationId xmlns:a16="http://schemas.microsoft.com/office/drawing/2014/main" id="{9AF80622-5597-45AD-92C3-2C4C3797720A}"/>
              </a:ext>
            </a:extLst>
          </p:cNvPr>
          <p:cNvSpPr/>
          <p:nvPr userDrawn="1"/>
        </p:nvSpPr>
        <p:spPr>
          <a:xfrm rot="1160487">
            <a:off x="10291662" y="1614015"/>
            <a:ext cx="316887" cy="233554"/>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 name="connsiteX0" fmla="*/ 692798 w 692798"/>
              <a:gd name="connsiteY0" fmla="*/ 224339 h 510610"/>
              <a:gd name="connsiteX1" fmla="*/ 308036 w 692798"/>
              <a:gd name="connsiteY1" fmla="*/ 510610 h 510610"/>
              <a:gd name="connsiteX2" fmla="*/ 0 w 692798"/>
              <a:gd name="connsiteY2" fmla="*/ 0 h 510610"/>
              <a:gd name="connsiteX3" fmla="*/ 692798 w 692798"/>
              <a:gd name="connsiteY3" fmla="*/ 224339 h 510610"/>
            </a:gdLst>
            <a:ahLst/>
            <a:cxnLst>
              <a:cxn ang="0">
                <a:pos x="connsiteX0" y="connsiteY0"/>
              </a:cxn>
              <a:cxn ang="0">
                <a:pos x="connsiteX1" y="connsiteY1"/>
              </a:cxn>
              <a:cxn ang="0">
                <a:pos x="connsiteX2" y="connsiteY2"/>
              </a:cxn>
              <a:cxn ang="0">
                <a:pos x="connsiteX3" y="connsiteY3"/>
              </a:cxn>
            </a:cxnLst>
            <a:rect l="l" t="t" r="r" b="b"/>
            <a:pathLst>
              <a:path w="692798" h="510610">
                <a:moveTo>
                  <a:pt x="692798" y="224339"/>
                </a:moveTo>
                <a:lnTo>
                  <a:pt x="308036" y="510610"/>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6833793E-EB91-43B4-8444-36ADD2A48E55}"/>
              </a:ext>
            </a:extLst>
          </p:cNvPr>
          <p:cNvSpPr/>
          <p:nvPr userDrawn="1"/>
        </p:nvSpPr>
        <p:spPr>
          <a:xfrm rot="803026">
            <a:off x="11586107" y="2015428"/>
            <a:ext cx="162256" cy="119587"/>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3F288DD7-6DAF-436D-B04A-EBCCAA36917C}"/>
              </a:ext>
            </a:extLst>
          </p:cNvPr>
          <p:cNvSpPr>
            <a:spLocks noGrp="1"/>
          </p:cNvSpPr>
          <p:nvPr>
            <p:ph type="title"/>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3" name="Text Placeholder 2">
            <a:extLst>
              <a:ext uri="{FF2B5EF4-FFF2-40B4-BE49-F238E27FC236}">
                <a16:creationId xmlns:a16="http://schemas.microsoft.com/office/drawing/2014/main" id="{9322B50D-6A7D-41C6-BA57-613BC231DF36}"/>
              </a:ext>
            </a:extLst>
          </p:cNvPr>
          <p:cNvSpPr>
            <a:spLocks noGrp="1"/>
          </p:cNvSpPr>
          <p:nvPr>
            <p:ph type="body" idx="1"/>
          </p:nvPr>
        </p:nvSpPr>
        <p:spPr>
          <a:xfrm>
            <a:off x="432000" y="1152000"/>
            <a:ext cx="5472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9FD584DA-F775-47B8-A1D7-6556AD5FCBD2}"/>
              </a:ext>
            </a:extLst>
          </p:cNvPr>
          <p:cNvSpPr>
            <a:spLocks noGrp="1"/>
          </p:cNvSpPr>
          <p:nvPr>
            <p:ph sz="half" idx="2"/>
          </p:nvPr>
        </p:nvSpPr>
        <p:spPr>
          <a:xfrm>
            <a:off x="432000" y="1584000"/>
            <a:ext cx="5472000" cy="4608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Footer Placeholder 9">
            <a:extLst>
              <a:ext uri="{FF2B5EF4-FFF2-40B4-BE49-F238E27FC236}">
                <a16:creationId xmlns:a16="http://schemas.microsoft.com/office/drawing/2014/main" id="{9337FD81-6DFD-43B7-A7D9-59E45ECDF39A}"/>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11" name="Slide Number Placeholder 10">
            <a:extLst>
              <a:ext uri="{FF2B5EF4-FFF2-40B4-BE49-F238E27FC236}">
                <a16:creationId xmlns:a16="http://schemas.microsoft.com/office/drawing/2014/main" id="{F17B7460-0559-435A-9C2F-1B12BC6CE184}"/>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26" name="Content Placeholder 5">
            <a:extLst>
              <a:ext uri="{FF2B5EF4-FFF2-40B4-BE49-F238E27FC236}">
                <a16:creationId xmlns:a16="http://schemas.microsoft.com/office/drawing/2014/main" id="{EA7B8348-A00A-4AAE-B1F6-924515577B23}"/>
              </a:ext>
            </a:extLst>
          </p:cNvPr>
          <p:cNvSpPr>
            <a:spLocks noGrp="1"/>
          </p:cNvSpPr>
          <p:nvPr>
            <p:ph sz="quarter" idx="4"/>
          </p:nvPr>
        </p:nvSpPr>
        <p:spPr>
          <a:xfrm>
            <a:off x="6300000" y="1581663"/>
            <a:ext cx="5472000" cy="460800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 name="Text Placeholder 4">
            <a:extLst>
              <a:ext uri="{FF2B5EF4-FFF2-40B4-BE49-F238E27FC236}">
                <a16:creationId xmlns:a16="http://schemas.microsoft.com/office/drawing/2014/main" id="{4521CFCD-C079-4019-942D-035558CAFCAC}"/>
              </a:ext>
            </a:extLst>
          </p:cNvPr>
          <p:cNvSpPr>
            <a:spLocks noGrp="1"/>
          </p:cNvSpPr>
          <p:nvPr>
            <p:ph type="body" sz="quarter" idx="3"/>
          </p:nvPr>
        </p:nvSpPr>
        <p:spPr>
          <a:xfrm>
            <a:off x="6288002" y="1151785"/>
            <a:ext cx="5483998" cy="354868"/>
          </a:xfrm>
        </p:spPr>
        <p:txBody>
          <a:bodyPr vert="horz" lIns="0" tIns="0" rIns="0" bIns="0" rtlCol="0" anchor="t">
            <a:noAutofit/>
          </a:bodyPr>
          <a:lstStyle>
            <a:lvl1pPr marL="0" indent="0">
              <a:buNone/>
              <a:defRPr lang="en-US" sz="2400" b="1"/>
            </a:lvl1pPr>
          </a:lstStyle>
          <a:p>
            <a:pPr marL="266700" lvl="0" indent="-266700"/>
            <a:r>
              <a:rPr lang="en-US" noProof="0"/>
              <a:t>Edit Master text styles</a:t>
            </a:r>
          </a:p>
        </p:txBody>
      </p:sp>
      <p:cxnSp>
        <p:nvCxnSpPr>
          <p:cNvPr id="28" name="Straight Connector 27" descr="Center divider line">
            <a:extLst>
              <a:ext uri="{FF2B5EF4-FFF2-40B4-BE49-F238E27FC236}">
                <a16:creationId xmlns:a16="http://schemas.microsoft.com/office/drawing/2014/main" id="{AEACA101-2521-41AA-8F51-FF0BF783E493}"/>
              </a:ext>
              <a:ext uri="{C183D7F6-B498-43B3-948B-1728B52AA6E4}">
                <adec:decorative xmlns:adec="http://schemas.microsoft.com/office/drawing/2017/decorative" val="1"/>
              </a:ext>
            </a:extLst>
          </p:cNvPr>
          <p:cNvCxnSpPr>
            <a:cxnSpLocks/>
          </p:cNvCxnSpPr>
          <p:nvPr userDrawn="1"/>
        </p:nvCxnSpPr>
        <p:spPr>
          <a:xfrm>
            <a:off x="6096000" y="2438720"/>
            <a:ext cx="0" cy="252516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098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Box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744396" y="2463936"/>
            <a:ext cx="3726003" cy="3314545"/>
          </a:xfrm>
          <a:prstGeom prst="rightArrowCallout">
            <a:avLst>
              <a:gd name="adj1" fmla="val 50000"/>
              <a:gd name="adj2" fmla="val 25000"/>
              <a:gd name="adj3" fmla="val 15421"/>
              <a:gd name="adj4" fmla="val 80487"/>
            </a:avLst>
          </a:prstGeom>
          <a:solidFill>
            <a:schemeClr val="bg1">
              <a:lumMod val="95000"/>
            </a:schemeClr>
          </a:solidFill>
        </p:spPr>
        <p:txBody>
          <a:bodyPr lIns="180000" tIns="180000" rIns="18000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6">
            <a:extLst>
              <a:ext uri="{FF2B5EF4-FFF2-40B4-BE49-F238E27FC236}">
                <a16:creationId xmlns:a16="http://schemas.microsoft.com/office/drawing/2014/main" id="{19F419B1-164A-4B7A-BBEC-47B6151ECB05}"/>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8" name="Slide Number Placeholder 7">
            <a:extLst>
              <a:ext uri="{FF2B5EF4-FFF2-40B4-BE49-F238E27FC236}">
                <a16:creationId xmlns:a16="http://schemas.microsoft.com/office/drawing/2014/main" id="{86E99B1E-D08C-46BA-9D27-9ED02F4C9B6C}"/>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p:nvPr>
        </p:nvSpPr>
        <p:spPr>
          <a:xfrm>
            <a:off x="4613985" y="2463801"/>
            <a:ext cx="3726469" cy="3314200"/>
          </a:xfrm>
          <a:prstGeom prst="rightArrowCallout">
            <a:avLst>
              <a:gd name="adj1" fmla="val 50000"/>
              <a:gd name="adj2" fmla="val 25000"/>
              <a:gd name="adj3" fmla="val 16186"/>
              <a:gd name="adj4" fmla="val 80493"/>
            </a:avLst>
          </a:prstGeom>
          <a:solidFill>
            <a:schemeClr val="bg1">
              <a:lumMod val="95000"/>
            </a:schemeClr>
          </a:solidFill>
        </p:spPr>
        <p:txBody>
          <a:bodyPr lIns="180000" tIns="180000" rIns="18000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10">
            <a:extLst>
              <a:ext uri="{FF2B5EF4-FFF2-40B4-BE49-F238E27FC236}">
                <a16:creationId xmlns:a16="http://schemas.microsoft.com/office/drawing/2014/main" id="{5B4A252E-78C9-4F76-98A4-A4B580AD072A}"/>
              </a:ext>
            </a:extLst>
          </p:cNvPr>
          <p:cNvSpPr>
            <a:spLocks noGrp="1"/>
          </p:cNvSpPr>
          <p:nvPr>
            <p:ph type="body" sz="quarter" idx="13"/>
          </p:nvPr>
        </p:nvSpPr>
        <p:spPr>
          <a:xfrm>
            <a:off x="8483985" y="2463801"/>
            <a:ext cx="2963619" cy="3314200"/>
          </a:xfrm>
          <a:prstGeom prst="rect">
            <a:avLst/>
          </a:prstGeom>
          <a:solidFill>
            <a:schemeClr val="bg1">
              <a:lumMod val="95000"/>
            </a:schemeClr>
          </a:solidFill>
        </p:spPr>
        <p:txBody>
          <a:bodyPr lIns="180000" tIns="180000" rIns="18000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a:extLst>
              <a:ext uri="{FF2B5EF4-FFF2-40B4-BE49-F238E27FC236}">
                <a16:creationId xmlns:a16="http://schemas.microsoft.com/office/drawing/2014/main" id="{F8E9D1B9-1C3A-4397-B3B4-9A921D64159E}"/>
              </a:ext>
            </a:extLst>
          </p:cNvPr>
          <p:cNvSpPr>
            <a:spLocks noGrp="1"/>
          </p:cNvSpPr>
          <p:nvPr>
            <p:ph type="body" sz="quarter" idx="26" hasCustomPrompt="1"/>
          </p:nvPr>
        </p:nvSpPr>
        <p:spPr>
          <a:xfrm>
            <a:off x="431800" y="1080000"/>
            <a:ext cx="11339513" cy="276561"/>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 Header</a:t>
            </a:r>
          </a:p>
        </p:txBody>
      </p:sp>
      <p:sp>
        <p:nvSpPr>
          <p:cNvPr id="6" name="Text Placeholder 5">
            <a:extLst>
              <a:ext uri="{FF2B5EF4-FFF2-40B4-BE49-F238E27FC236}">
                <a16:creationId xmlns:a16="http://schemas.microsoft.com/office/drawing/2014/main" id="{1B4F049D-3C57-44BB-ACE2-1363AF36D9EF}"/>
              </a:ext>
            </a:extLst>
          </p:cNvPr>
          <p:cNvSpPr>
            <a:spLocks noGrp="1"/>
          </p:cNvSpPr>
          <p:nvPr>
            <p:ph type="body" sz="quarter" idx="27" hasCustomPrompt="1"/>
          </p:nvPr>
        </p:nvSpPr>
        <p:spPr>
          <a:xfrm>
            <a:off x="744236" y="1647240"/>
            <a:ext cx="2975578" cy="648000"/>
          </a:xfrm>
          <a:ln>
            <a:solidFill>
              <a:schemeClr val="accent1"/>
            </a:solidFill>
          </a:ln>
        </p:spPr>
        <p:txBody>
          <a:bodyPr tIns="108000" anchor="t"/>
          <a:lstStyle>
            <a:lvl1pPr marL="0" indent="0" algn="ctr">
              <a:buNone/>
              <a:defRPr>
                <a:latin typeface="+mj-lt"/>
              </a:defRPr>
            </a:lvl1pPr>
            <a:lvl2pPr marL="266700" indent="0" algn="ctr">
              <a:buNone/>
              <a:defRPr/>
            </a:lvl2pPr>
            <a:lvl3pPr marL="542925" indent="0" algn="ctr">
              <a:buNone/>
              <a:defRPr/>
            </a:lvl3pPr>
            <a:lvl4pPr marL="809625" indent="0" algn="ctr">
              <a:buNone/>
              <a:defRPr/>
            </a:lvl4pPr>
            <a:lvl5pPr marL="1076325" indent="0" algn="ctr">
              <a:buNone/>
              <a:defRPr/>
            </a:lvl5pPr>
          </a:lstStyle>
          <a:p>
            <a:pPr lvl="0"/>
            <a:r>
              <a:rPr lang="en-US" noProof="0"/>
              <a:t>Section 1 Title</a:t>
            </a:r>
          </a:p>
        </p:txBody>
      </p:sp>
      <p:sp>
        <p:nvSpPr>
          <p:cNvPr id="12" name="Text Placeholder 11">
            <a:extLst>
              <a:ext uri="{FF2B5EF4-FFF2-40B4-BE49-F238E27FC236}">
                <a16:creationId xmlns:a16="http://schemas.microsoft.com/office/drawing/2014/main" id="{FB9B793F-A64B-475C-96F3-FB40100E01E4}"/>
              </a:ext>
            </a:extLst>
          </p:cNvPr>
          <p:cNvSpPr>
            <a:spLocks noGrp="1"/>
          </p:cNvSpPr>
          <p:nvPr>
            <p:ph type="body" sz="quarter" idx="28" hasCustomPrompt="1"/>
          </p:nvPr>
        </p:nvSpPr>
        <p:spPr>
          <a:xfrm>
            <a:off x="4608336" y="1647040"/>
            <a:ext cx="2975578" cy="648000"/>
          </a:xfrm>
          <a:ln>
            <a:solidFill>
              <a:schemeClr val="accent2"/>
            </a:solidFill>
          </a:ln>
        </p:spPr>
        <p:txBody>
          <a:bodyPr tIns="108000" anchor="t"/>
          <a:lstStyle>
            <a:lvl1pPr marL="0" indent="0" algn="ctr">
              <a:buNone/>
              <a:defRPr>
                <a:latin typeface="+mj-lt"/>
              </a:defRPr>
            </a:lvl1pPr>
          </a:lstStyle>
          <a:p>
            <a:pPr lvl="0"/>
            <a:r>
              <a:rPr lang="en-US" noProof="0"/>
              <a:t>Section 2 Title</a:t>
            </a:r>
          </a:p>
        </p:txBody>
      </p:sp>
      <p:sp>
        <p:nvSpPr>
          <p:cNvPr id="14" name="Text Placeholder 13">
            <a:extLst>
              <a:ext uri="{FF2B5EF4-FFF2-40B4-BE49-F238E27FC236}">
                <a16:creationId xmlns:a16="http://schemas.microsoft.com/office/drawing/2014/main" id="{0EF53567-5287-43FB-B07E-A12F3AEEDB98}"/>
              </a:ext>
            </a:extLst>
          </p:cNvPr>
          <p:cNvSpPr>
            <a:spLocks noGrp="1"/>
          </p:cNvSpPr>
          <p:nvPr>
            <p:ph type="body" sz="quarter" idx="29" hasCustomPrompt="1"/>
          </p:nvPr>
        </p:nvSpPr>
        <p:spPr>
          <a:xfrm>
            <a:off x="8483986" y="1647240"/>
            <a:ext cx="2975578" cy="648000"/>
          </a:xfrm>
          <a:ln>
            <a:solidFill>
              <a:schemeClr val="accent3"/>
            </a:solidFill>
          </a:ln>
        </p:spPr>
        <p:txBody>
          <a:bodyPr tIns="108000" anchor="t"/>
          <a:lstStyle>
            <a:lvl1pPr marL="0" indent="0" algn="ctr">
              <a:buNone/>
              <a:defRPr>
                <a:latin typeface="+mj-lt"/>
              </a:defRPr>
            </a:lvl1pPr>
          </a:lstStyle>
          <a:p>
            <a:pPr lvl="0"/>
            <a:r>
              <a:rPr lang="en-US" noProof="0"/>
              <a:t>Section 3 Title</a:t>
            </a:r>
          </a:p>
        </p:txBody>
      </p:sp>
    </p:spTree>
    <p:extLst>
      <p:ext uri="{BB962C8B-B14F-4D97-AF65-F5344CB8AC3E}">
        <p14:creationId xmlns:p14="http://schemas.microsoft.com/office/powerpoint/2010/main" val="37557335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13" name="Text Placeholder 8">
            <a:extLst>
              <a:ext uri="{FF2B5EF4-FFF2-40B4-BE49-F238E27FC236}">
                <a16:creationId xmlns:a16="http://schemas.microsoft.com/office/drawing/2014/main" id="{37BBBFC2-32EB-4335-9980-A7CF236703B3}"/>
              </a:ext>
            </a:extLst>
          </p:cNvPr>
          <p:cNvSpPr>
            <a:spLocks noGrp="1"/>
          </p:cNvSpPr>
          <p:nvPr>
            <p:ph type="body" sz="quarter" idx="26" hasCustomPrompt="1"/>
          </p:nvPr>
        </p:nvSpPr>
        <p:spPr>
          <a:xfrm>
            <a:off x="431800" y="1080000"/>
            <a:ext cx="11339513" cy="276561"/>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 Header</a:t>
            </a:r>
          </a:p>
        </p:txBody>
      </p:sp>
      <p:cxnSp>
        <p:nvCxnSpPr>
          <p:cNvPr id="15" name="Straight Arrow Connector 14">
            <a:extLst>
              <a:ext uri="{FF2B5EF4-FFF2-40B4-BE49-F238E27FC236}">
                <a16:creationId xmlns:a16="http://schemas.microsoft.com/office/drawing/2014/main" id="{52158F80-0C1A-4B9E-9335-A5A0015187F7}"/>
              </a:ext>
            </a:extLst>
          </p:cNvPr>
          <p:cNvCxnSpPr/>
          <p:nvPr userDrawn="1"/>
        </p:nvCxnSpPr>
        <p:spPr>
          <a:xfrm>
            <a:off x="431800" y="3866682"/>
            <a:ext cx="11339513"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 Placeholder 10">
            <a:extLst>
              <a:ext uri="{FF2B5EF4-FFF2-40B4-BE49-F238E27FC236}">
                <a16:creationId xmlns:a16="http://schemas.microsoft.com/office/drawing/2014/main" id="{723DA611-B88C-4D7E-82A4-5E4CA9DC2EA3}"/>
              </a:ext>
            </a:extLst>
          </p:cNvPr>
          <p:cNvSpPr>
            <a:spLocks noGrp="1"/>
          </p:cNvSpPr>
          <p:nvPr>
            <p:ph type="body" sz="quarter" idx="33" hasCustomPrompt="1"/>
          </p:nvPr>
        </p:nvSpPr>
        <p:spPr>
          <a:xfrm>
            <a:off x="412908"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17" name="Text Placeholder 10">
            <a:extLst>
              <a:ext uri="{FF2B5EF4-FFF2-40B4-BE49-F238E27FC236}">
                <a16:creationId xmlns:a16="http://schemas.microsoft.com/office/drawing/2014/main" id="{180A0FA4-75CD-4A61-AA79-9C3C5F97ED8C}"/>
              </a:ext>
            </a:extLst>
          </p:cNvPr>
          <p:cNvSpPr>
            <a:spLocks noGrp="1"/>
          </p:cNvSpPr>
          <p:nvPr>
            <p:ph type="body" sz="quarter" idx="34" hasCustomPrompt="1"/>
          </p:nvPr>
        </p:nvSpPr>
        <p:spPr>
          <a:xfrm>
            <a:off x="43179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1" name="Text Placeholder 10">
            <a:extLst>
              <a:ext uri="{FF2B5EF4-FFF2-40B4-BE49-F238E27FC236}">
                <a16:creationId xmlns:a16="http://schemas.microsoft.com/office/drawing/2014/main" id="{EBB89A53-1B07-4560-B98E-03BECDB832C9}"/>
              </a:ext>
            </a:extLst>
          </p:cNvPr>
          <p:cNvSpPr>
            <a:spLocks noGrp="1"/>
          </p:cNvSpPr>
          <p:nvPr>
            <p:ph type="body" sz="quarter" idx="35" hasCustomPrompt="1"/>
          </p:nvPr>
        </p:nvSpPr>
        <p:spPr>
          <a:xfrm>
            <a:off x="90381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2" name="Text Placeholder 10">
            <a:extLst>
              <a:ext uri="{FF2B5EF4-FFF2-40B4-BE49-F238E27FC236}">
                <a16:creationId xmlns:a16="http://schemas.microsoft.com/office/drawing/2014/main" id="{22D34AD8-D83D-4409-A418-C00840A085AC}"/>
              </a:ext>
            </a:extLst>
          </p:cNvPr>
          <p:cNvSpPr>
            <a:spLocks noGrp="1"/>
          </p:cNvSpPr>
          <p:nvPr>
            <p:ph type="body" sz="quarter" idx="36" hasCustomPrompt="1"/>
          </p:nvPr>
        </p:nvSpPr>
        <p:spPr>
          <a:xfrm>
            <a:off x="137583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5" name="Text Placeholder 10">
            <a:extLst>
              <a:ext uri="{FF2B5EF4-FFF2-40B4-BE49-F238E27FC236}">
                <a16:creationId xmlns:a16="http://schemas.microsoft.com/office/drawing/2014/main" id="{3EAA6A46-63F3-49A5-8E0B-758176E4429D}"/>
              </a:ext>
            </a:extLst>
          </p:cNvPr>
          <p:cNvSpPr>
            <a:spLocks noGrp="1"/>
          </p:cNvSpPr>
          <p:nvPr>
            <p:ph type="body" sz="quarter" idx="37" hasCustomPrompt="1"/>
          </p:nvPr>
        </p:nvSpPr>
        <p:spPr>
          <a:xfrm>
            <a:off x="1847850"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6" name="Text Placeholder 10">
            <a:extLst>
              <a:ext uri="{FF2B5EF4-FFF2-40B4-BE49-F238E27FC236}">
                <a16:creationId xmlns:a16="http://schemas.microsoft.com/office/drawing/2014/main" id="{BB051A6E-4868-4F3F-93DB-AD07020E9344}"/>
              </a:ext>
            </a:extLst>
          </p:cNvPr>
          <p:cNvSpPr>
            <a:spLocks noGrp="1"/>
          </p:cNvSpPr>
          <p:nvPr>
            <p:ph type="body" sz="quarter" idx="38" hasCustomPrompt="1"/>
          </p:nvPr>
        </p:nvSpPr>
        <p:spPr>
          <a:xfrm>
            <a:off x="6077108"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28" name="Text Placeholder 10">
            <a:extLst>
              <a:ext uri="{FF2B5EF4-FFF2-40B4-BE49-F238E27FC236}">
                <a16:creationId xmlns:a16="http://schemas.microsoft.com/office/drawing/2014/main" id="{61519886-189E-4C69-AEED-FD9BDD3E567B}"/>
              </a:ext>
            </a:extLst>
          </p:cNvPr>
          <p:cNvSpPr>
            <a:spLocks noGrp="1"/>
          </p:cNvSpPr>
          <p:nvPr>
            <p:ph type="body" sz="quarter" idx="39" hasCustomPrompt="1"/>
          </p:nvPr>
        </p:nvSpPr>
        <p:spPr>
          <a:xfrm>
            <a:off x="231986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0" name="Text Placeholder 10">
            <a:extLst>
              <a:ext uri="{FF2B5EF4-FFF2-40B4-BE49-F238E27FC236}">
                <a16:creationId xmlns:a16="http://schemas.microsoft.com/office/drawing/2014/main" id="{0F084DDF-04EE-46A9-9F77-D5FD94D1B543}"/>
              </a:ext>
            </a:extLst>
          </p:cNvPr>
          <p:cNvSpPr>
            <a:spLocks noGrp="1"/>
          </p:cNvSpPr>
          <p:nvPr>
            <p:ph type="body" sz="quarter" idx="40" hasCustomPrompt="1"/>
          </p:nvPr>
        </p:nvSpPr>
        <p:spPr>
          <a:xfrm>
            <a:off x="2791884"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1" name="Text Placeholder 10">
            <a:extLst>
              <a:ext uri="{FF2B5EF4-FFF2-40B4-BE49-F238E27FC236}">
                <a16:creationId xmlns:a16="http://schemas.microsoft.com/office/drawing/2014/main" id="{743DE8AB-BF74-4CC9-AD19-8BBBF44867AF}"/>
              </a:ext>
            </a:extLst>
          </p:cNvPr>
          <p:cNvSpPr>
            <a:spLocks noGrp="1"/>
          </p:cNvSpPr>
          <p:nvPr>
            <p:ph type="body" sz="quarter" idx="41" hasCustomPrompt="1"/>
          </p:nvPr>
        </p:nvSpPr>
        <p:spPr>
          <a:xfrm>
            <a:off x="326390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2" name="Text Placeholder 10">
            <a:extLst>
              <a:ext uri="{FF2B5EF4-FFF2-40B4-BE49-F238E27FC236}">
                <a16:creationId xmlns:a16="http://schemas.microsoft.com/office/drawing/2014/main" id="{2ECC5C24-2CE5-491E-89DC-F9C5AE98B067}"/>
              </a:ext>
            </a:extLst>
          </p:cNvPr>
          <p:cNvSpPr>
            <a:spLocks noGrp="1"/>
          </p:cNvSpPr>
          <p:nvPr>
            <p:ph type="body" sz="quarter" idx="42" hasCustomPrompt="1"/>
          </p:nvPr>
        </p:nvSpPr>
        <p:spPr>
          <a:xfrm>
            <a:off x="4679952"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3" name="Text Placeholder 10">
            <a:extLst>
              <a:ext uri="{FF2B5EF4-FFF2-40B4-BE49-F238E27FC236}">
                <a16:creationId xmlns:a16="http://schemas.microsoft.com/office/drawing/2014/main" id="{ADB0F187-5781-4076-B761-264B1C683A63}"/>
              </a:ext>
            </a:extLst>
          </p:cNvPr>
          <p:cNvSpPr>
            <a:spLocks noGrp="1"/>
          </p:cNvSpPr>
          <p:nvPr>
            <p:ph type="body" sz="quarter" idx="43" hasCustomPrompt="1"/>
          </p:nvPr>
        </p:nvSpPr>
        <p:spPr>
          <a:xfrm>
            <a:off x="3735918"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4" name="Text Placeholder 10">
            <a:extLst>
              <a:ext uri="{FF2B5EF4-FFF2-40B4-BE49-F238E27FC236}">
                <a16:creationId xmlns:a16="http://schemas.microsoft.com/office/drawing/2014/main" id="{B2E776B2-D388-4243-80AE-BD8AF47C8AAB}"/>
              </a:ext>
            </a:extLst>
          </p:cNvPr>
          <p:cNvSpPr>
            <a:spLocks noGrp="1"/>
          </p:cNvSpPr>
          <p:nvPr>
            <p:ph type="body" sz="quarter" idx="44" hasCustomPrompt="1"/>
          </p:nvPr>
        </p:nvSpPr>
        <p:spPr>
          <a:xfrm>
            <a:off x="420793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5" name="Text Placeholder 10">
            <a:extLst>
              <a:ext uri="{FF2B5EF4-FFF2-40B4-BE49-F238E27FC236}">
                <a16:creationId xmlns:a16="http://schemas.microsoft.com/office/drawing/2014/main" id="{79F3A104-EDC0-4A25-9585-3F9F8C1022C7}"/>
              </a:ext>
            </a:extLst>
          </p:cNvPr>
          <p:cNvSpPr>
            <a:spLocks noGrp="1"/>
          </p:cNvSpPr>
          <p:nvPr>
            <p:ph type="body" sz="quarter" idx="45" hasCustomPrompt="1"/>
          </p:nvPr>
        </p:nvSpPr>
        <p:spPr>
          <a:xfrm>
            <a:off x="515196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6" name="Text Placeholder 10">
            <a:extLst>
              <a:ext uri="{FF2B5EF4-FFF2-40B4-BE49-F238E27FC236}">
                <a16:creationId xmlns:a16="http://schemas.microsoft.com/office/drawing/2014/main" id="{23DA3E7C-9F0E-4A57-B6EA-C01C72788E9E}"/>
              </a:ext>
            </a:extLst>
          </p:cNvPr>
          <p:cNvSpPr>
            <a:spLocks noGrp="1"/>
          </p:cNvSpPr>
          <p:nvPr>
            <p:ph type="body" sz="quarter" idx="46" hasCustomPrompt="1"/>
          </p:nvPr>
        </p:nvSpPr>
        <p:spPr>
          <a:xfrm>
            <a:off x="562398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7" name="Text Placeholder 10">
            <a:extLst>
              <a:ext uri="{FF2B5EF4-FFF2-40B4-BE49-F238E27FC236}">
                <a16:creationId xmlns:a16="http://schemas.microsoft.com/office/drawing/2014/main" id="{A8ABC110-DC97-4A71-9A16-67581EAC9895}"/>
              </a:ext>
            </a:extLst>
          </p:cNvPr>
          <p:cNvSpPr>
            <a:spLocks noGrp="1"/>
          </p:cNvSpPr>
          <p:nvPr>
            <p:ph type="body" sz="quarter" idx="47" hasCustomPrompt="1"/>
          </p:nvPr>
        </p:nvSpPr>
        <p:spPr>
          <a:xfrm>
            <a:off x="609599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8" name="Text Placeholder 10">
            <a:extLst>
              <a:ext uri="{FF2B5EF4-FFF2-40B4-BE49-F238E27FC236}">
                <a16:creationId xmlns:a16="http://schemas.microsoft.com/office/drawing/2014/main" id="{81058125-332B-41A7-BCD5-72CAE3F9F97D}"/>
              </a:ext>
            </a:extLst>
          </p:cNvPr>
          <p:cNvSpPr>
            <a:spLocks noGrp="1"/>
          </p:cNvSpPr>
          <p:nvPr>
            <p:ph type="body" sz="quarter" idx="48" hasCustomPrompt="1"/>
          </p:nvPr>
        </p:nvSpPr>
        <p:spPr>
          <a:xfrm>
            <a:off x="6568012"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9" name="Text Placeholder 10">
            <a:extLst>
              <a:ext uri="{FF2B5EF4-FFF2-40B4-BE49-F238E27FC236}">
                <a16:creationId xmlns:a16="http://schemas.microsoft.com/office/drawing/2014/main" id="{E32DE8FD-6391-4094-BAEC-CC0836CC67EB}"/>
              </a:ext>
            </a:extLst>
          </p:cNvPr>
          <p:cNvSpPr>
            <a:spLocks noGrp="1"/>
          </p:cNvSpPr>
          <p:nvPr>
            <p:ph type="body" sz="quarter" idx="49" hasCustomPrompt="1"/>
          </p:nvPr>
        </p:nvSpPr>
        <p:spPr>
          <a:xfrm>
            <a:off x="704002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0" name="Text Placeholder 10">
            <a:extLst>
              <a:ext uri="{FF2B5EF4-FFF2-40B4-BE49-F238E27FC236}">
                <a16:creationId xmlns:a16="http://schemas.microsoft.com/office/drawing/2014/main" id="{5C53C0F3-9308-422B-BC6E-1ACA5029027A}"/>
              </a:ext>
            </a:extLst>
          </p:cNvPr>
          <p:cNvSpPr>
            <a:spLocks noGrp="1"/>
          </p:cNvSpPr>
          <p:nvPr>
            <p:ph type="body" sz="quarter" idx="50" hasCustomPrompt="1"/>
          </p:nvPr>
        </p:nvSpPr>
        <p:spPr>
          <a:xfrm>
            <a:off x="751204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1" name="Text Placeholder 10">
            <a:extLst>
              <a:ext uri="{FF2B5EF4-FFF2-40B4-BE49-F238E27FC236}">
                <a16:creationId xmlns:a16="http://schemas.microsoft.com/office/drawing/2014/main" id="{06DFFA03-9EA6-4F70-9519-AB1361BAF7CE}"/>
              </a:ext>
            </a:extLst>
          </p:cNvPr>
          <p:cNvSpPr>
            <a:spLocks noGrp="1"/>
          </p:cNvSpPr>
          <p:nvPr>
            <p:ph type="body" sz="quarter" idx="51" hasCustomPrompt="1"/>
          </p:nvPr>
        </p:nvSpPr>
        <p:spPr>
          <a:xfrm>
            <a:off x="798406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2" name="Text Placeholder 10">
            <a:extLst>
              <a:ext uri="{FF2B5EF4-FFF2-40B4-BE49-F238E27FC236}">
                <a16:creationId xmlns:a16="http://schemas.microsoft.com/office/drawing/2014/main" id="{49CD8693-3557-4241-BB88-518160D989C4}"/>
              </a:ext>
            </a:extLst>
          </p:cNvPr>
          <p:cNvSpPr>
            <a:spLocks noGrp="1"/>
          </p:cNvSpPr>
          <p:nvPr>
            <p:ph type="body" sz="quarter" idx="52" hasCustomPrompt="1"/>
          </p:nvPr>
        </p:nvSpPr>
        <p:spPr>
          <a:xfrm>
            <a:off x="8456080"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3" name="Text Placeholder 10">
            <a:extLst>
              <a:ext uri="{FF2B5EF4-FFF2-40B4-BE49-F238E27FC236}">
                <a16:creationId xmlns:a16="http://schemas.microsoft.com/office/drawing/2014/main" id="{4884DF69-4936-4F90-BFB8-ED04A228DA22}"/>
              </a:ext>
            </a:extLst>
          </p:cNvPr>
          <p:cNvSpPr>
            <a:spLocks noGrp="1"/>
          </p:cNvSpPr>
          <p:nvPr>
            <p:ph type="body" sz="quarter" idx="53" hasCustomPrompt="1"/>
          </p:nvPr>
        </p:nvSpPr>
        <p:spPr>
          <a:xfrm>
            <a:off x="892809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4" name="Text Placeholder 10">
            <a:extLst>
              <a:ext uri="{FF2B5EF4-FFF2-40B4-BE49-F238E27FC236}">
                <a16:creationId xmlns:a16="http://schemas.microsoft.com/office/drawing/2014/main" id="{00804F61-8052-4AD8-8370-ED72B261BC29}"/>
              </a:ext>
            </a:extLst>
          </p:cNvPr>
          <p:cNvSpPr>
            <a:spLocks noGrp="1"/>
          </p:cNvSpPr>
          <p:nvPr>
            <p:ph type="body" sz="quarter" idx="54" hasCustomPrompt="1"/>
          </p:nvPr>
        </p:nvSpPr>
        <p:spPr>
          <a:xfrm>
            <a:off x="10344148"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5" name="Text Placeholder 10">
            <a:extLst>
              <a:ext uri="{FF2B5EF4-FFF2-40B4-BE49-F238E27FC236}">
                <a16:creationId xmlns:a16="http://schemas.microsoft.com/office/drawing/2014/main" id="{313F370F-A9EC-477E-BED7-BF4E87527420}"/>
              </a:ext>
            </a:extLst>
          </p:cNvPr>
          <p:cNvSpPr>
            <a:spLocks noGrp="1"/>
          </p:cNvSpPr>
          <p:nvPr>
            <p:ph type="body" sz="quarter" idx="55" hasCustomPrompt="1"/>
          </p:nvPr>
        </p:nvSpPr>
        <p:spPr>
          <a:xfrm>
            <a:off x="9400114"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6" name="Text Placeholder 10">
            <a:extLst>
              <a:ext uri="{FF2B5EF4-FFF2-40B4-BE49-F238E27FC236}">
                <a16:creationId xmlns:a16="http://schemas.microsoft.com/office/drawing/2014/main" id="{9E687ADD-FE6C-441E-991F-E71EA0572C32}"/>
              </a:ext>
            </a:extLst>
          </p:cNvPr>
          <p:cNvSpPr>
            <a:spLocks noGrp="1"/>
          </p:cNvSpPr>
          <p:nvPr>
            <p:ph type="body" sz="quarter" idx="56" hasCustomPrompt="1"/>
          </p:nvPr>
        </p:nvSpPr>
        <p:spPr>
          <a:xfrm>
            <a:off x="987213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7" name="Text Placeholder 10">
            <a:extLst>
              <a:ext uri="{FF2B5EF4-FFF2-40B4-BE49-F238E27FC236}">
                <a16:creationId xmlns:a16="http://schemas.microsoft.com/office/drawing/2014/main" id="{5E0252B4-80AE-40E9-BA32-6EDAAC625211}"/>
              </a:ext>
            </a:extLst>
          </p:cNvPr>
          <p:cNvSpPr>
            <a:spLocks noGrp="1"/>
          </p:cNvSpPr>
          <p:nvPr>
            <p:ph type="body" sz="quarter" idx="57" hasCustomPrompt="1"/>
          </p:nvPr>
        </p:nvSpPr>
        <p:spPr>
          <a:xfrm>
            <a:off x="1081616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8" name="Text Placeholder 10">
            <a:extLst>
              <a:ext uri="{FF2B5EF4-FFF2-40B4-BE49-F238E27FC236}">
                <a16:creationId xmlns:a16="http://schemas.microsoft.com/office/drawing/2014/main" id="{8A807DF0-23B6-4B83-B3F6-8D0BE9A851F6}"/>
              </a:ext>
            </a:extLst>
          </p:cNvPr>
          <p:cNvSpPr>
            <a:spLocks noGrp="1"/>
          </p:cNvSpPr>
          <p:nvPr>
            <p:ph type="body" sz="quarter" idx="58" hasCustomPrompt="1"/>
          </p:nvPr>
        </p:nvSpPr>
        <p:spPr>
          <a:xfrm>
            <a:off x="11288182"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9" name="Text Placeholder 3">
            <a:extLst>
              <a:ext uri="{FF2B5EF4-FFF2-40B4-BE49-F238E27FC236}">
                <a16:creationId xmlns:a16="http://schemas.microsoft.com/office/drawing/2014/main" id="{F3591345-36C8-481A-AD5B-5F69B03D1710}"/>
              </a:ext>
            </a:extLst>
          </p:cNvPr>
          <p:cNvSpPr>
            <a:spLocks noGrp="1"/>
          </p:cNvSpPr>
          <p:nvPr>
            <p:ph type="body" sz="quarter" idx="59" hasCustomPrompt="1"/>
          </p:nvPr>
        </p:nvSpPr>
        <p:spPr>
          <a:xfrm>
            <a:off x="5360988" y="2190750"/>
            <a:ext cx="1793875" cy="561975"/>
          </a:xfrm>
          <a:noFill/>
          <a:ln>
            <a:noFill/>
          </a:ln>
        </p:spPr>
        <p:txBody>
          <a:bodyPr tIns="36000" anchor="t"/>
          <a:lstStyle>
            <a:lvl1pPr marL="0" indent="0" algn="ctr">
              <a:buNone/>
              <a:defRPr sz="1600" b="1">
                <a:solidFill>
                  <a:schemeClr val="tx1">
                    <a:lumMod val="75000"/>
                    <a:lumOff val="25000"/>
                  </a:schemeClr>
                </a:solidFill>
              </a:defRPr>
            </a:lvl1pPr>
          </a:lstStyle>
          <a:p>
            <a:pPr lvl="0"/>
            <a:r>
              <a:rPr lang="en-US" noProof="0"/>
              <a:t>Item Title</a:t>
            </a:r>
          </a:p>
        </p:txBody>
      </p:sp>
      <p:sp>
        <p:nvSpPr>
          <p:cNvPr id="50" name="Text Placeholder 36">
            <a:extLst>
              <a:ext uri="{FF2B5EF4-FFF2-40B4-BE49-F238E27FC236}">
                <a16:creationId xmlns:a16="http://schemas.microsoft.com/office/drawing/2014/main" id="{954C0732-1924-4A1B-9272-95C51D0B36FE}"/>
              </a:ext>
            </a:extLst>
          </p:cNvPr>
          <p:cNvSpPr>
            <a:spLocks noGrp="1"/>
          </p:cNvSpPr>
          <p:nvPr>
            <p:ph type="body" sz="quarter" idx="60" hasCustomPrompt="1"/>
          </p:nvPr>
        </p:nvSpPr>
        <p:spPr>
          <a:xfrm>
            <a:off x="5395728" y="2531196"/>
            <a:ext cx="1724394" cy="185808"/>
          </a:xfr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pPr lvl="0"/>
            <a:r>
              <a:rPr lang="en-US" noProof="0"/>
              <a:t>Month, Year</a:t>
            </a:r>
          </a:p>
        </p:txBody>
      </p:sp>
    </p:spTree>
    <p:extLst>
      <p:ext uri="{BB962C8B-B14F-4D97-AF65-F5344CB8AC3E}">
        <p14:creationId xmlns:p14="http://schemas.microsoft.com/office/powerpoint/2010/main" val="906707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 3 Memb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7" name="Footer Placeholder 6">
            <a:extLst>
              <a:ext uri="{FF2B5EF4-FFF2-40B4-BE49-F238E27FC236}">
                <a16:creationId xmlns:a16="http://schemas.microsoft.com/office/drawing/2014/main" id="{19F419B1-164A-4B7A-BBEC-47B6151ECB05}"/>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8" name="Slide Number Placeholder 7">
            <a:extLst>
              <a:ext uri="{FF2B5EF4-FFF2-40B4-BE49-F238E27FC236}">
                <a16:creationId xmlns:a16="http://schemas.microsoft.com/office/drawing/2014/main" id="{86E99B1E-D08C-46BA-9D27-9ED02F4C9B6C}"/>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hasCustomPrompt="1"/>
          </p:nvPr>
        </p:nvSpPr>
        <p:spPr>
          <a:xfrm>
            <a:off x="2103945" y="3995705"/>
            <a:ext cx="1964171" cy="216000"/>
          </a:xfrm>
        </p:spPr>
        <p:txBody>
          <a:bodyPr/>
          <a:lstStyle>
            <a:lvl1pPr marL="0" indent="0" algn="l">
              <a:buNone/>
              <a:defRPr sz="1600"/>
            </a:lvl1pPr>
          </a:lstStyle>
          <a:p>
            <a:pPr lvl="0"/>
            <a:r>
              <a:rPr lang="en-US" noProof="0"/>
              <a:t>Title</a:t>
            </a:r>
          </a:p>
        </p:txBody>
      </p:sp>
      <p:sp>
        <p:nvSpPr>
          <p:cNvPr id="13" name="Text Placeholder 12">
            <a:extLst>
              <a:ext uri="{FF2B5EF4-FFF2-40B4-BE49-F238E27FC236}">
                <a16:creationId xmlns:a16="http://schemas.microsoft.com/office/drawing/2014/main" id="{6A983D98-E0AB-429A-9EC2-B50D4216D691}"/>
              </a:ext>
            </a:extLst>
          </p:cNvPr>
          <p:cNvSpPr>
            <a:spLocks noGrp="1"/>
          </p:cNvSpPr>
          <p:nvPr>
            <p:ph type="body" sz="quarter" idx="13" hasCustomPrompt="1"/>
          </p:nvPr>
        </p:nvSpPr>
        <p:spPr>
          <a:xfrm>
            <a:off x="5955887" y="3995705"/>
            <a:ext cx="1964171" cy="216000"/>
          </a:xfrm>
        </p:spPr>
        <p:txBody>
          <a:bodyPr/>
          <a:lstStyle>
            <a:lvl1pPr marL="0" indent="0" algn="l">
              <a:buNone/>
              <a:defRPr sz="1600"/>
            </a:lvl1pPr>
          </a:lstStyle>
          <a:p>
            <a:pPr lvl="0"/>
            <a:r>
              <a:rPr lang="en-US" noProof="0"/>
              <a:t>Title</a:t>
            </a:r>
          </a:p>
        </p:txBody>
      </p:sp>
      <p:sp>
        <p:nvSpPr>
          <p:cNvPr id="15" name="Text Placeholder 14">
            <a:extLst>
              <a:ext uri="{FF2B5EF4-FFF2-40B4-BE49-F238E27FC236}">
                <a16:creationId xmlns:a16="http://schemas.microsoft.com/office/drawing/2014/main" id="{755213BF-EF6D-45DC-A01B-DE6C2F23A6D2}"/>
              </a:ext>
            </a:extLst>
          </p:cNvPr>
          <p:cNvSpPr>
            <a:spLocks noGrp="1"/>
          </p:cNvSpPr>
          <p:nvPr>
            <p:ph type="body" sz="quarter" idx="14" hasCustomPrompt="1"/>
          </p:nvPr>
        </p:nvSpPr>
        <p:spPr>
          <a:xfrm>
            <a:off x="9807829" y="3991240"/>
            <a:ext cx="1964171" cy="216000"/>
          </a:xfrm>
        </p:spPr>
        <p:txBody>
          <a:bodyPr/>
          <a:lstStyle>
            <a:lvl1pPr marL="0" indent="0" algn="l">
              <a:buNone/>
              <a:defRPr sz="1600"/>
            </a:lvl1pPr>
          </a:lstStyle>
          <a:p>
            <a:pPr lvl="0"/>
            <a:r>
              <a:rPr lang="en-US" noProof="0"/>
              <a:t>Title</a:t>
            </a:r>
          </a:p>
        </p:txBody>
      </p:sp>
      <p:sp>
        <p:nvSpPr>
          <p:cNvPr id="10" name="Text Placeholder 9">
            <a:extLst>
              <a:ext uri="{FF2B5EF4-FFF2-40B4-BE49-F238E27FC236}">
                <a16:creationId xmlns:a16="http://schemas.microsoft.com/office/drawing/2014/main" id="{6D972951-9088-4993-8DED-9DA3B6B08CF2}"/>
              </a:ext>
            </a:extLst>
          </p:cNvPr>
          <p:cNvSpPr>
            <a:spLocks noGrp="1"/>
          </p:cNvSpPr>
          <p:nvPr>
            <p:ph type="body" sz="quarter" idx="17" hasCustomPrompt="1"/>
          </p:nvPr>
        </p:nvSpPr>
        <p:spPr>
          <a:xfrm>
            <a:off x="2103945" y="3424428"/>
            <a:ext cx="1964170" cy="504000"/>
          </a:xfrm>
        </p:spPr>
        <p:txBody>
          <a:bodyPr/>
          <a:lstStyle>
            <a:lvl1pPr marL="0" indent="0" algn="l">
              <a:buNone/>
              <a:defRPr b="1">
                <a:latin typeface="+mj-lt"/>
              </a:defRPr>
            </a:lvl1pPr>
          </a:lstStyle>
          <a:p>
            <a:pPr lvl="0"/>
            <a:r>
              <a:rPr lang="en-US" noProof="0"/>
              <a:t>Name</a:t>
            </a:r>
          </a:p>
        </p:txBody>
      </p:sp>
      <p:sp>
        <p:nvSpPr>
          <p:cNvPr id="12" name="Text Placeholder 11">
            <a:extLst>
              <a:ext uri="{FF2B5EF4-FFF2-40B4-BE49-F238E27FC236}">
                <a16:creationId xmlns:a16="http://schemas.microsoft.com/office/drawing/2014/main" id="{48424FDD-507C-4199-BFC6-8BC01D8992B6}"/>
              </a:ext>
            </a:extLst>
          </p:cNvPr>
          <p:cNvSpPr>
            <a:spLocks noGrp="1"/>
          </p:cNvSpPr>
          <p:nvPr>
            <p:ph type="body" sz="quarter" idx="18" hasCustomPrompt="1"/>
          </p:nvPr>
        </p:nvSpPr>
        <p:spPr>
          <a:xfrm>
            <a:off x="5955887" y="3424428"/>
            <a:ext cx="1964171" cy="504000"/>
          </a:xfrm>
        </p:spPr>
        <p:txBody>
          <a:bodyPr/>
          <a:lstStyle>
            <a:lvl1pPr marL="0" indent="0" algn="l">
              <a:buNone/>
              <a:defRPr b="1">
                <a:latin typeface="+mj-lt"/>
              </a:defRPr>
            </a:lvl1pPr>
          </a:lstStyle>
          <a:p>
            <a:pPr lvl="0"/>
            <a:r>
              <a:rPr lang="en-US" noProof="0"/>
              <a:t>Name</a:t>
            </a:r>
          </a:p>
        </p:txBody>
      </p:sp>
      <p:sp>
        <p:nvSpPr>
          <p:cNvPr id="16" name="Text Placeholder 15">
            <a:extLst>
              <a:ext uri="{FF2B5EF4-FFF2-40B4-BE49-F238E27FC236}">
                <a16:creationId xmlns:a16="http://schemas.microsoft.com/office/drawing/2014/main" id="{33DAFB20-1343-4578-8AA0-0378B674F1B1}"/>
              </a:ext>
            </a:extLst>
          </p:cNvPr>
          <p:cNvSpPr>
            <a:spLocks noGrp="1"/>
          </p:cNvSpPr>
          <p:nvPr>
            <p:ph type="body" sz="quarter" idx="19" hasCustomPrompt="1"/>
          </p:nvPr>
        </p:nvSpPr>
        <p:spPr>
          <a:xfrm>
            <a:off x="9807830" y="3424428"/>
            <a:ext cx="1964170" cy="504000"/>
          </a:xfrm>
        </p:spPr>
        <p:txBody>
          <a:bodyPr/>
          <a:lstStyle>
            <a:lvl1pPr marL="0" indent="0" algn="l">
              <a:buNone/>
              <a:defRPr b="1">
                <a:latin typeface="+mj-lt"/>
              </a:defRPr>
            </a:lvl1pPr>
          </a:lstStyle>
          <a:p>
            <a:pPr lvl="0"/>
            <a:r>
              <a:rPr lang="en-US" noProof="0"/>
              <a:t>Name</a:t>
            </a:r>
          </a:p>
        </p:txBody>
      </p:sp>
      <p:sp>
        <p:nvSpPr>
          <p:cNvPr id="24" name="Picture Placeholder 22">
            <a:extLst>
              <a:ext uri="{FF2B5EF4-FFF2-40B4-BE49-F238E27FC236}">
                <a16:creationId xmlns:a16="http://schemas.microsoft.com/office/drawing/2014/main" id="{806A4855-25AA-40D4-B1A4-A271486B6C9F}"/>
              </a:ext>
            </a:extLst>
          </p:cNvPr>
          <p:cNvSpPr>
            <a:spLocks noGrp="1"/>
          </p:cNvSpPr>
          <p:nvPr>
            <p:ph type="pic" sz="quarter" idx="23"/>
          </p:nvPr>
        </p:nvSpPr>
        <p:spPr>
          <a:xfrm>
            <a:off x="431800" y="2808242"/>
            <a:ext cx="1505966" cy="1505966"/>
          </a:xfrm>
          <a:prstGeom prst="ellipse">
            <a:avLst/>
          </a:prstGeom>
          <a:solidFill>
            <a:schemeClr val="bg1">
              <a:lumMod val="95000"/>
            </a:schemeClr>
          </a:solidFill>
          <a:ln w="3175">
            <a:solidFill>
              <a:schemeClr val="bg1">
                <a:lumMod val="95000"/>
              </a:schemeClr>
            </a:solidFill>
          </a:ln>
        </p:spPr>
        <p:txBody>
          <a:bodyPr anchor="ctr"/>
          <a:lstStyle>
            <a:lvl1pPr marL="0" indent="0" algn="ctr">
              <a:buNone/>
              <a:defRPr/>
            </a:lvl1pPr>
          </a:lstStyle>
          <a:p>
            <a:r>
              <a:rPr lang="en-US" noProof="0"/>
              <a:t>Click icon to add picture</a:t>
            </a:r>
            <a:endParaRPr lang="en-US" noProof="0" dirty="0"/>
          </a:p>
        </p:txBody>
      </p:sp>
      <p:sp>
        <p:nvSpPr>
          <p:cNvPr id="25" name="Picture Placeholder 22">
            <a:extLst>
              <a:ext uri="{FF2B5EF4-FFF2-40B4-BE49-F238E27FC236}">
                <a16:creationId xmlns:a16="http://schemas.microsoft.com/office/drawing/2014/main" id="{31E10A24-B676-4117-9507-B4B0EB406F02}"/>
              </a:ext>
            </a:extLst>
          </p:cNvPr>
          <p:cNvSpPr>
            <a:spLocks noGrp="1"/>
          </p:cNvSpPr>
          <p:nvPr>
            <p:ph type="pic" sz="quarter" idx="24"/>
          </p:nvPr>
        </p:nvSpPr>
        <p:spPr>
          <a:xfrm>
            <a:off x="4283742" y="2808242"/>
            <a:ext cx="1505966" cy="1505966"/>
          </a:xfrm>
          <a:prstGeom prst="ellipse">
            <a:avLst/>
          </a:prstGeom>
          <a:solidFill>
            <a:schemeClr val="bg1">
              <a:lumMod val="95000"/>
            </a:schemeClr>
          </a:solidFill>
          <a:ln w="3175">
            <a:solidFill>
              <a:schemeClr val="bg1">
                <a:lumMod val="95000"/>
              </a:schemeClr>
            </a:solidFill>
          </a:ln>
        </p:spPr>
        <p:txBody>
          <a:bodyPr anchor="ctr"/>
          <a:lstStyle>
            <a:lvl1pPr marL="0" indent="0" algn="ctr">
              <a:buNone/>
              <a:defRPr/>
            </a:lvl1pPr>
          </a:lstStyle>
          <a:p>
            <a:r>
              <a:rPr lang="en-US" noProof="0"/>
              <a:t>Click icon to add picture</a:t>
            </a:r>
            <a:endParaRPr lang="en-US" noProof="0" dirty="0"/>
          </a:p>
        </p:txBody>
      </p:sp>
      <p:sp>
        <p:nvSpPr>
          <p:cNvPr id="26" name="Picture Placeholder 22">
            <a:extLst>
              <a:ext uri="{FF2B5EF4-FFF2-40B4-BE49-F238E27FC236}">
                <a16:creationId xmlns:a16="http://schemas.microsoft.com/office/drawing/2014/main" id="{6549D851-9848-44AC-937A-9B1EF867E595}"/>
              </a:ext>
            </a:extLst>
          </p:cNvPr>
          <p:cNvSpPr>
            <a:spLocks noGrp="1"/>
          </p:cNvSpPr>
          <p:nvPr>
            <p:ph type="pic" sz="quarter" idx="25"/>
          </p:nvPr>
        </p:nvSpPr>
        <p:spPr>
          <a:xfrm>
            <a:off x="8135683" y="2808242"/>
            <a:ext cx="1505966" cy="1505966"/>
          </a:xfrm>
          <a:prstGeom prst="ellipse">
            <a:avLst/>
          </a:prstGeom>
          <a:solidFill>
            <a:schemeClr val="bg1">
              <a:lumMod val="95000"/>
            </a:schemeClr>
          </a:solidFill>
          <a:ln w="3175">
            <a:solidFill>
              <a:schemeClr val="bg1">
                <a:lumMod val="95000"/>
              </a:schemeClr>
            </a:solidFill>
          </a:ln>
        </p:spPr>
        <p:txBody>
          <a:bodyPr anchor="ctr"/>
          <a:lstStyle>
            <a:lvl1pPr marL="0" indent="0" algn="ctr">
              <a:buNone/>
              <a:defRPr/>
            </a:lvl1pPr>
          </a:lstStyle>
          <a:p>
            <a:r>
              <a:rPr lang="en-US" noProof="0"/>
              <a:t>Click icon to add picture</a:t>
            </a:r>
            <a:endParaRPr lang="en-US" noProof="0" dirty="0"/>
          </a:p>
        </p:txBody>
      </p:sp>
      <p:sp>
        <p:nvSpPr>
          <p:cNvPr id="9" name="Text Placeholder 8">
            <a:extLst>
              <a:ext uri="{FF2B5EF4-FFF2-40B4-BE49-F238E27FC236}">
                <a16:creationId xmlns:a16="http://schemas.microsoft.com/office/drawing/2014/main" id="{36DD16A0-27CF-480C-8ADD-7BB99E0031A4}"/>
              </a:ext>
            </a:extLst>
          </p:cNvPr>
          <p:cNvSpPr>
            <a:spLocks noGrp="1"/>
          </p:cNvSpPr>
          <p:nvPr>
            <p:ph type="body" sz="quarter" idx="26" hasCustomPrompt="1"/>
          </p:nvPr>
        </p:nvSpPr>
        <p:spPr>
          <a:xfrm>
            <a:off x="431800" y="1080000"/>
            <a:ext cx="11339513" cy="276561"/>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 Header</a:t>
            </a:r>
          </a:p>
        </p:txBody>
      </p:sp>
      <p:sp>
        <p:nvSpPr>
          <p:cNvPr id="4" name="Text Placeholder 3">
            <a:extLst>
              <a:ext uri="{FF2B5EF4-FFF2-40B4-BE49-F238E27FC236}">
                <a16:creationId xmlns:a16="http://schemas.microsoft.com/office/drawing/2014/main" id="{B47CA876-2153-4136-850D-EE098BDC242E}"/>
              </a:ext>
            </a:extLst>
          </p:cNvPr>
          <p:cNvSpPr>
            <a:spLocks noGrp="1"/>
          </p:cNvSpPr>
          <p:nvPr>
            <p:ph type="body" sz="quarter" idx="27" hasCustomPrompt="1"/>
          </p:nvPr>
        </p:nvSpPr>
        <p:spPr>
          <a:xfrm>
            <a:off x="2103945" y="4311393"/>
            <a:ext cx="1964172" cy="1130300"/>
          </a:xfrm>
        </p:spPr>
        <p:txBody>
          <a:bodyPr/>
          <a:lstStyle>
            <a:lvl1pPr marL="0" indent="0">
              <a:buFont typeface="Arial" panose="020B0604020202020204" pitchFamily="34" charse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Short Bio</a:t>
            </a:r>
          </a:p>
        </p:txBody>
      </p:sp>
      <p:sp>
        <p:nvSpPr>
          <p:cNvPr id="11" name="Text Placeholder 10">
            <a:extLst>
              <a:ext uri="{FF2B5EF4-FFF2-40B4-BE49-F238E27FC236}">
                <a16:creationId xmlns:a16="http://schemas.microsoft.com/office/drawing/2014/main" id="{969B21C2-C689-49C2-B45F-14C5C53A587B}"/>
              </a:ext>
            </a:extLst>
          </p:cNvPr>
          <p:cNvSpPr>
            <a:spLocks noGrp="1"/>
          </p:cNvSpPr>
          <p:nvPr>
            <p:ph type="body" sz="quarter" idx="28" hasCustomPrompt="1"/>
          </p:nvPr>
        </p:nvSpPr>
        <p:spPr>
          <a:xfrm>
            <a:off x="5955887" y="4311393"/>
            <a:ext cx="1963737" cy="1130300"/>
          </a:xfrm>
        </p:spPr>
        <p:txBody>
          <a:bodyPr/>
          <a:lstStyle>
            <a:lvl1pPr marL="0" indent="0">
              <a:buNone/>
              <a:defRPr/>
            </a:lvl1pPr>
          </a:lstStyle>
          <a:p>
            <a:pPr lvl="0"/>
            <a:r>
              <a:rPr lang="en-US" noProof="0"/>
              <a:t>Short Bio</a:t>
            </a:r>
          </a:p>
        </p:txBody>
      </p:sp>
      <p:sp>
        <p:nvSpPr>
          <p:cNvPr id="17" name="Text Placeholder 16">
            <a:extLst>
              <a:ext uri="{FF2B5EF4-FFF2-40B4-BE49-F238E27FC236}">
                <a16:creationId xmlns:a16="http://schemas.microsoft.com/office/drawing/2014/main" id="{E33D8E11-F7FD-4AD9-BEC6-78C6500F8172}"/>
              </a:ext>
            </a:extLst>
          </p:cNvPr>
          <p:cNvSpPr>
            <a:spLocks noGrp="1"/>
          </p:cNvSpPr>
          <p:nvPr>
            <p:ph type="body" sz="quarter" idx="29" hasCustomPrompt="1"/>
          </p:nvPr>
        </p:nvSpPr>
        <p:spPr>
          <a:xfrm>
            <a:off x="9807829" y="4311393"/>
            <a:ext cx="1981200" cy="1138238"/>
          </a:xfrm>
        </p:spPr>
        <p:txBody>
          <a:bodyPr/>
          <a:lstStyle>
            <a:lvl1pPr marL="0" indent="0">
              <a:buNone/>
              <a:defRPr/>
            </a:lvl1pPr>
          </a:lstStyle>
          <a:p>
            <a:pPr lvl="0"/>
            <a:r>
              <a:rPr lang="en-US" noProof="0"/>
              <a:t>Short Bio</a:t>
            </a:r>
          </a:p>
        </p:txBody>
      </p:sp>
    </p:spTree>
    <p:extLst>
      <p:ext uri="{BB962C8B-B14F-4D97-AF65-F5344CB8AC3E}">
        <p14:creationId xmlns:p14="http://schemas.microsoft.com/office/powerpoint/2010/main" val="3624119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6 Memb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7" name="Footer Placeholder 6">
            <a:extLst>
              <a:ext uri="{FF2B5EF4-FFF2-40B4-BE49-F238E27FC236}">
                <a16:creationId xmlns:a16="http://schemas.microsoft.com/office/drawing/2014/main" id="{19F419B1-164A-4B7A-BBEC-47B6151ECB05}"/>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8" name="Slide Number Placeholder 7">
            <a:extLst>
              <a:ext uri="{FF2B5EF4-FFF2-40B4-BE49-F238E27FC236}">
                <a16:creationId xmlns:a16="http://schemas.microsoft.com/office/drawing/2014/main" id="{86E99B1E-D08C-46BA-9D27-9ED02F4C9B6C}"/>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hasCustomPrompt="1"/>
          </p:nvPr>
        </p:nvSpPr>
        <p:spPr>
          <a:xfrm>
            <a:off x="2340113" y="4505325"/>
            <a:ext cx="1800000" cy="900000"/>
          </a:xfrm>
        </p:spPr>
        <p:txBody>
          <a:bodyPr/>
          <a:lstStyle>
            <a:lvl1pPr marL="0" indent="0" algn="ctr">
              <a:buNone/>
              <a:defRPr sz="1600"/>
            </a:lvl1pPr>
          </a:lstStyle>
          <a:p>
            <a:pPr lvl="0"/>
            <a:r>
              <a:rPr lang="en-US" noProof="0"/>
              <a:t>Title</a:t>
            </a:r>
          </a:p>
        </p:txBody>
      </p:sp>
      <p:sp>
        <p:nvSpPr>
          <p:cNvPr id="13" name="Text Placeholder 12">
            <a:extLst>
              <a:ext uri="{FF2B5EF4-FFF2-40B4-BE49-F238E27FC236}">
                <a16:creationId xmlns:a16="http://schemas.microsoft.com/office/drawing/2014/main" id="{6A983D98-E0AB-429A-9EC2-B50D4216D691}"/>
              </a:ext>
            </a:extLst>
          </p:cNvPr>
          <p:cNvSpPr>
            <a:spLocks noGrp="1"/>
          </p:cNvSpPr>
          <p:nvPr>
            <p:ph type="body" sz="quarter" idx="13" hasCustomPrompt="1"/>
          </p:nvPr>
        </p:nvSpPr>
        <p:spPr>
          <a:xfrm>
            <a:off x="4248426" y="4505325"/>
            <a:ext cx="1800000" cy="900000"/>
          </a:xfrm>
        </p:spPr>
        <p:txBody>
          <a:bodyPr/>
          <a:lstStyle>
            <a:lvl1pPr marL="0" indent="0" algn="ctr">
              <a:buNone/>
              <a:defRPr sz="1600"/>
            </a:lvl1pPr>
          </a:lstStyle>
          <a:p>
            <a:pPr lvl="0"/>
            <a:r>
              <a:rPr lang="en-US" noProof="0"/>
              <a:t>Title</a:t>
            </a:r>
          </a:p>
        </p:txBody>
      </p:sp>
      <p:sp>
        <p:nvSpPr>
          <p:cNvPr id="15" name="Text Placeholder 14">
            <a:extLst>
              <a:ext uri="{FF2B5EF4-FFF2-40B4-BE49-F238E27FC236}">
                <a16:creationId xmlns:a16="http://schemas.microsoft.com/office/drawing/2014/main" id="{755213BF-EF6D-45DC-A01B-DE6C2F23A6D2}"/>
              </a:ext>
            </a:extLst>
          </p:cNvPr>
          <p:cNvSpPr>
            <a:spLocks noGrp="1"/>
          </p:cNvSpPr>
          <p:nvPr>
            <p:ph type="body" sz="quarter" idx="14" hasCustomPrompt="1"/>
          </p:nvPr>
        </p:nvSpPr>
        <p:spPr>
          <a:xfrm>
            <a:off x="6156739" y="4505325"/>
            <a:ext cx="1800000" cy="900000"/>
          </a:xfrm>
        </p:spPr>
        <p:txBody>
          <a:bodyPr/>
          <a:lstStyle>
            <a:lvl1pPr marL="0" indent="0" algn="ctr">
              <a:buNone/>
              <a:defRPr sz="1600"/>
            </a:lvl1pPr>
          </a:lstStyle>
          <a:p>
            <a:pPr lvl="0"/>
            <a:r>
              <a:rPr lang="en-US" noProof="0"/>
              <a:t>Title</a:t>
            </a:r>
          </a:p>
        </p:txBody>
      </p:sp>
      <p:sp>
        <p:nvSpPr>
          <p:cNvPr id="17" name="Text Placeholder 16">
            <a:extLst>
              <a:ext uri="{FF2B5EF4-FFF2-40B4-BE49-F238E27FC236}">
                <a16:creationId xmlns:a16="http://schemas.microsoft.com/office/drawing/2014/main" id="{77D6BBBA-F4A3-45D4-91BC-A405FFDC7C3D}"/>
              </a:ext>
            </a:extLst>
          </p:cNvPr>
          <p:cNvSpPr>
            <a:spLocks noGrp="1"/>
          </p:cNvSpPr>
          <p:nvPr>
            <p:ph type="body" sz="quarter" idx="15" hasCustomPrompt="1"/>
          </p:nvPr>
        </p:nvSpPr>
        <p:spPr>
          <a:xfrm>
            <a:off x="8065052" y="4505325"/>
            <a:ext cx="1800000" cy="900000"/>
          </a:xfrm>
        </p:spPr>
        <p:txBody>
          <a:bodyPr/>
          <a:lstStyle>
            <a:lvl1pPr marL="0" indent="0" algn="ctr">
              <a:buNone/>
              <a:defRPr sz="1600"/>
            </a:lvl1pPr>
          </a:lstStyle>
          <a:p>
            <a:pPr lvl="0"/>
            <a:r>
              <a:rPr lang="en-US" noProof="0"/>
              <a:t>Title</a:t>
            </a:r>
          </a:p>
        </p:txBody>
      </p:sp>
      <p:sp>
        <p:nvSpPr>
          <p:cNvPr id="6" name="Text Placeholder 5">
            <a:extLst>
              <a:ext uri="{FF2B5EF4-FFF2-40B4-BE49-F238E27FC236}">
                <a16:creationId xmlns:a16="http://schemas.microsoft.com/office/drawing/2014/main" id="{EB3F7825-EB73-4976-9D8D-BAD8C8FCEA82}"/>
              </a:ext>
            </a:extLst>
          </p:cNvPr>
          <p:cNvSpPr>
            <a:spLocks noGrp="1"/>
          </p:cNvSpPr>
          <p:nvPr>
            <p:ph type="body" sz="quarter" idx="16" hasCustomPrompt="1"/>
          </p:nvPr>
        </p:nvSpPr>
        <p:spPr>
          <a:xfrm>
            <a:off x="431800" y="3926334"/>
            <a:ext cx="1800000" cy="504000"/>
          </a:xfrm>
        </p:spPr>
        <p:txBody>
          <a:bodyPr/>
          <a:lstStyle>
            <a:lvl1pPr marL="0" indent="0" algn="ctr">
              <a:buNone/>
              <a:defRPr b="1">
                <a:latin typeface="+mj-lt"/>
              </a:defRPr>
            </a:lvl1pPr>
          </a:lstStyle>
          <a:p>
            <a:pPr lvl="0"/>
            <a:r>
              <a:rPr lang="en-US" noProof="0"/>
              <a:t>Full Name</a:t>
            </a:r>
          </a:p>
        </p:txBody>
      </p:sp>
      <p:sp>
        <p:nvSpPr>
          <p:cNvPr id="10" name="Text Placeholder 9">
            <a:extLst>
              <a:ext uri="{FF2B5EF4-FFF2-40B4-BE49-F238E27FC236}">
                <a16:creationId xmlns:a16="http://schemas.microsoft.com/office/drawing/2014/main" id="{6D972951-9088-4993-8DED-9DA3B6B08CF2}"/>
              </a:ext>
            </a:extLst>
          </p:cNvPr>
          <p:cNvSpPr>
            <a:spLocks noGrp="1"/>
          </p:cNvSpPr>
          <p:nvPr>
            <p:ph type="body" sz="quarter" idx="17" hasCustomPrompt="1"/>
          </p:nvPr>
        </p:nvSpPr>
        <p:spPr>
          <a:xfrm>
            <a:off x="2340113" y="3926335"/>
            <a:ext cx="1800000" cy="504000"/>
          </a:xfrm>
        </p:spPr>
        <p:txBody>
          <a:bodyPr/>
          <a:lstStyle>
            <a:lvl1pPr marL="0" indent="0" algn="ctr">
              <a:buNone/>
              <a:defRPr b="1">
                <a:latin typeface="+mj-lt"/>
              </a:defRPr>
            </a:lvl1pPr>
          </a:lstStyle>
          <a:p>
            <a:pPr lvl="0"/>
            <a:r>
              <a:rPr lang="en-US" noProof="0"/>
              <a:t>Full Name</a:t>
            </a:r>
          </a:p>
        </p:txBody>
      </p:sp>
      <p:sp>
        <p:nvSpPr>
          <p:cNvPr id="12" name="Text Placeholder 11">
            <a:extLst>
              <a:ext uri="{FF2B5EF4-FFF2-40B4-BE49-F238E27FC236}">
                <a16:creationId xmlns:a16="http://schemas.microsoft.com/office/drawing/2014/main" id="{48424FDD-507C-4199-BFC6-8BC01D8992B6}"/>
              </a:ext>
            </a:extLst>
          </p:cNvPr>
          <p:cNvSpPr>
            <a:spLocks noGrp="1"/>
          </p:cNvSpPr>
          <p:nvPr>
            <p:ph type="body" sz="quarter" idx="18" hasCustomPrompt="1"/>
          </p:nvPr>
        </p:nvSpPr>
        <p:spPr>
          <a:xfrm>
            <a:off x="4248426" y="3926335"/>
            <a:ext cx="1800000" cy="504000"/>
          </a:xfrm>
        </p:spPr>
        <p:txBody>
          <a:bodyPr/>
          <a:lstStyle>
            <a:lvl1pPr marL="0" indent="0" algn="ctr">
              <a:buNone/>
              <a:defRPr b="1">
                <a:latin typeface="+mj-lt"/>
              </a:defRPr>
            </a:lvl1pPr>
          </a:lstStyle>
          <a:p>
            <a:pPr lvl="0"/>
            <a:r>
              <a:rPr lang="en-US" noProof="0"/>
              <a:t>Full Name</a:t>
            </a:r>
          </a:p>
        </p:txBody>
      </p:sp>
      <p:sp>
        <p:nvSpPr>
          <p:cNvPr id="16" name="Text Placeholder 15">
            <a:extLst>
              <a:ext uri="{FF2B5EF4-FFF2-40B4-BE49-F238E27FC236}">
                <a16:creationId xmlns:a16="http://schemas.microsoft.com/office/drawing/2014/main" id="{33DAFB20-1343-4578-8AA0-0378B674F1B1}"/>
              </a:ext>
            </a:extLst>
          </p:cNvPr>
          <p:cNvSpPr>
            <a:spLocks noGrp="1"/>
          </p:cNvSpPr>
          <p:nvPr>
            <p:ph type="body" sz="quarter" idx="19" hasCustomPrompt="1"/>
          </p:nvPr>
        </p:nvSpPr>
        <p:spPr>
          <a:xfrm>
            <a:off x="6156739" y="3926335"/>
            <a:ext cx="1800000" cy="504000"/>
          </a:xfrm>
        </p:spPr>
        <p:txBody>
          <a:bodyPr/>
          <a:lstStyle>
            <a:lvl1pPr marL="0" indent="0" algn="ctr">
              <a:buNone/>
              <a:defRPr b="1">
                <a:latin typeface="+mj-lt"/>
              </a:defRPr>
            </a:lvl1pPr>
          </a:lstStyle>
          <a:p>
            <a:pPr lvl="0"/>
            <a:r>
              <a:rPr lang="en-US" noProof="0"/>
              <a:t>Full Name</a:t>
            </a:r>
          </a:p>
        </p:txBody>
      </p:sp>
      <p:sp>
        <p:nvSpPr>
          <p:cNvPr id="19" name="Text Placeholder 18">
            <a:extLst>
              <a:ext uri="{FF2B5EF4-FFF2-40B4-BE49-F238E27FC236}">
                <a16:creationId xmlns:a16="http://schemas.microsoft.com/office/drawing/2014/main" id="{B01E9EA3-8BD6-4531-812C-663C75428B76}"/>
              </a:ext>
            </a:extLst>
          </p:cNvPr>
          <p:cNvSpPr>
            <a:spLocks noGrp="1"/>
          </p:cNvSpPr>
          <p:nvPr>
            <p:ph type="body" sz="quarter" idx="20" hasCustomPrompt="1"/>
          </p:nvPr>
        </p:nvSpPr>
        <p:spPr>
          <a:xfrm>
            <a:off x="8065052" y="3926335"/>
            <a:ext cx="1800000" cy="504000"/>
          </a:xfrm>
        </p:spPr>
        <p:txBody>
          <a:bodyPr/>
          <a:lstStyle>
            <a:lvl1pPr marL="0" indent="0" algn="ctr">
              <a:buNone/>
              <a:defRPr b="1">
                <a:latin typeface="+mj-lt"/>
              </a:defRPr>
            </a:lvl1pPr>
          </a:lstStyle>
          <a:p>
            <a:pPr lvl="0"/>
            <a:r>
              <a:rPr lang="en-US" noProof="0"/>
              <a:t>Full Name</a:t>
            </a:r>
          </a:p>
        </p:txBody>
      </p:sp>
      <p:sp>
        <p:nvSpPr>
          <p:cNvPr id="21" name="Text Placeholder 20">
            <a:extLst>
              <a:ext uri="{FF2B5EF4-FFF2-40B4-BE49-F238E27FC236}">
                <a16:creationId xmlns:a16="http://schemas.microsoft.com/office/drawing/2014/main" id="{DA4566DA-C848-4A27-BBC8-722932FFD7F6}"/>
              </a:ext>
            </a:extLst>
          </p:cNvPr>
          <p:cNvSpPr>
            <a:spLocks noGrp="1"/>
          </p:cNvSpPr>
          <p:nvPr>
            <p:ph type="body" sz="quarter" idx="21" hasCustomPrompt="1"/>
          </p:nvPr>
        </p:nvSpPr>
        <p:spPr>
          <a:xfrm>
            <a:off x="431800" y="4505325"/>
            <a:ext cx="1800000" cy="900000"/>
          </a:xfrm>
        </p:spPr>
        <p:txBody>
          <a:bodyPr/>
          <a:lstStyle>
            <a:lvl1pPr marL="0" indent="0" algn="ctr">
              <a:buNone/>
              <a:defRPr sz="1600"/>
            </a:lvl1pPr>
          </a:lstStyle>
          <a:p>
            <a:pPr lvl="0"/>
            <a:r>
              <a:rPr lang="en-US" noProof="0"/>
              <a:t>Title</a:t>
            </a:r>
          </a:p>
        </p:txBody>
      </p:sp>
      <p:sp>
        <p:nvSpPr>
          <p:cNvPr id="23" name="Picture Placeholder 22">
            <a:extLst>
              <a:ext uri="{FF2B5EF4-FFF2-40B4-BE49-F238E27FC236}">
                <a16:creationId xmlns:a16="http://schemas.microsoft.com/office/drawing/2014/main" id="{4089E01F-0C47-4C6A-A9A8-A1A7E470F31A}"/>
              </a:ext>
            </a:extLst>
          </p:cNvPr>
          <p:cNvSpPr>
            <a:spLocks noGrp="1"/>
          </p:cNvSpPr>
          <p:nvPr>
            <p:ph type="pic" sz="quarter" idx="22"/>
          </p:nvPr>
        </p:nvSpPr>
        <p:spPr>
          <a:xfrm>
            <a:off x="717088" y="2160704"/>
            <a:ext cx="1229425" cy="1229425"/>
          </a:xfrm>
          <a:prstGeom prst="ellipse">
            <a:avLst/>
          </a:prstGeom>
          <a:solidFill>
            <a:schemeClr val="bg1">
              <a:lumMod val="95000"/>
            </a:schemeClr>
          </a:solidFill>
          <a:ln w="3175">
            <a:solidFill>
              <a:schemeClr val="bg1">
                <a:lumMod val="75000"/>
              </a:schemeClr>
            </a:solidFill>
          </a:ln>
        </p:spPr>
        <p:txBody>
          <a:bodyPr anchor="ctr"/>
          <a:lstStyle>
            <a:lvl1pPr marL="0" indent="0" algn="ctr">
              <a:buNone/>
              <a:defRPr/>
            </a:lvl1pPr>
          </a:lstStyle>
          <a:p>
            <a:r>
              <a:rPr lang="en-US" noProof="0"/>
              <a:t>Click icon to add picture</a:t>
            </a:r>
            <a:endParaRPr lang="en-US" noProof="0" dirty="0"/>
          </a:p>
        </p:txBody>
      </p:sp>
      <p:sp>
        <p:nvSpPr>
          <p:cNvPr id="24" name="Picture Placeholder 22">
            <a:extLst>
              <a:ext uri="{FF2B5EF4-FFF2-40B4-BE49-F238E27FC236}">
                <a16:creationId xmlns:a16="http://schemas.microsoft.com/office/drawing/2014/main" id="{806A4855-25AA-40D4-B1A4-A271486B6C9F}"/>
              </a:ext>
            </a:extLst>
          </p:cNvPr>
          <p:cNvSpPr>
            <a:spLocks noGrp="1"/>
          </p:cNvSpPr>
          <p:nvPr>
            <p:ph type="pic" sz="quarter" idx="23"/>
          </p:nvPr>
        </p:nvSpPr>
        <p:spPr>
          <a:xfrm>
            <a:off x="2625401" y="2160704"/>
            <a:ext cx="1229425" cy="1229425"/>
          </a:xfrm>
          <a:prstGeom prst="ellipse">
            <a:avLst/>
          </a:prstGeom>
          <a:solidFill>
            <a:schemeClr val="bg1">
              <a:lumMod val="95000"/>
            </a:schemeClr>
          </a:solidFill>
          <a:ln w="3175">
            <a:solidFill>
              <a:schemeClr val="bg1">
                <a:lumMod val="75000"/>
              </a:schemeClr>
            </a:solidFill>
          </a:ln>
        </p:spPr>
        <p:txBody>
          <a:bodyPr anchor="ctr"/>
          <a:lstStyle>
            <a:lvl1pPr marL="0" indent="0" algn="ctr">
              <a:buNone/>
              <a:defRPr/>
            </a:lvl1pPr>
          </a:lstStyle>
          <a:p>
            <a:r>
              <a:rPr lang="en-US" noProof="0"/>
              <a:t>Click icon to add picture</a:t>
            </a:r>
            <a:endParaRPr lang="en-US" noProof="0" dirty="0"/>
          </a:p>
        </p:txBody>
      </p:sp>
      <p:sp>
        <p:nvSpPr>
          <p:cNvPr id="25" name="Picture Placeholder 22">
            <a:extLst>
              <a:ext uri="{FF2B5EF4-FFF2-40B4-BE49-F238E27FC236}">
                <a16:creationId xmlns:a16="http://schemas.microsoft.com/office/drawing/2014/main" id="{31E10A24-B676-4117-9507-B4B0EB406F02}"/>
              </a:ext>
            </a:extLst>
          </p:cNvPr>
          <p:cNvSpPr>
            <a:spLocks noGrp="1"/>
          </p:cNvSpPr>
          <p:nvPr>
            <p:ph type="pic" sz="quarter" idx="24"/>
          </p:nvPr>
        </p:nvSpPr>
        <p:spPr>
          <a:xfrm>
            <a:off x="4533714" y="2160704"/>
            <a:ext cx="1229425" cy="1229425"/>
          </a:xfrm>
          <a:prstGeom prst="ellipse">
            <a:avLst/>
          </a:prstGeom>
          <a:solidFill>
            <a:schemeClr val="bg1">
              <a:lumMod val="95000"/>
            </a:schemeClr>
          </a:solidFill>
          <a:ln w="3175">
            <a:solidFill>
              <a:schemeClr val="bg1">
                <a:lumMod val="75000"/>
              </a:schemeClr>
            </a:solidFill>
          </a:ln>
        </p:spPr>
        <p:txBody>
          <a:bodyPr anchor="ctr"/>
          <a:lstStyle>
            <a:lvl1pPr marL="0" indent="0" algn="ctr">
              <a:buNone/>
              <a:defRPr/>
            </a:lvl1pPr>
          </a:lstStyle>
          <a:p>
            <a:r>
              <a:rPr lang="en-US" noProof="0"/>
              <a:t>Click icon to add picture</a:t>
            </a:r>
            <a:endParaRPr lang="en-US" noProof="0" dirty="0"/>
          </a:p>
        </p:txBody>
      </p:sp>
      <p:sp>
        <p:nvSpPr>
          <p:cNvPr id="26" name="Picture Placeholder 22">
            <a:extLst>
              <a:ext uri="{FF2B5EF4-FFF2-40B4-BE49-F238E27FC236}">
                <a16:creationId xmlns:a16="http://schemas.microsoft.com/office/drawing/2014/main" id="{6549D851-9848-44AC-937A-9B1EF867E595}"/>
              </a:ext>
            </a:extLst>
          </p:cNvPr>
          <p:cNvSpPr>
            <a:spLocks noGrp="1"/>
          </p:cNvSpPr>
          <p:nvPr>
            <p:ph type="pic" sz="quarter" idx="25"/>
          </p:nvPr>
        </p:nvSpPr>
        <p:spPr>
          <a:xfrm>
            <a:off x="6442027" y="2160704"/>
            <a:ext cx="1229425" cy="1229425"/>
          </a:xfrm>
          <a:prstGeom prst="ellipse">
            <a:avLst/>
          </a:prstGeom>
          <a:solidFill>
            <a:schemeClr val="bg1">
              <a:lumMod val="95000"/>
            </a:schemeClr>
          </a:solidFill>
          <a:ln w="3175">
            <a:solidFill>
              <a:schemeClr val="bg1">
                <a:lumMod val="75000"/>
              </a:schemeClr>
            </a:solidFill>
          </a:ln>
        </p:spPr>
        <p:txBody>
          <a:bodyPr anchor="ctr"/>
          <a:lstStyle>
            <a:lvl1pPr marL="0" indent="0" algn="ctr">
              <a:buNone/>
              <a:defRPr/>
            </a:lvl1pPr>
          </a:lstStyle>
          <a:p>
            <a:r>
              <a:rPr lang="en-US" noProof="0"/>
              <a:t>Click icon to add picture</a:t>
            </a:r>
            <a:endParaRPr lang="en-US" noProof="0" dirty="0"/>
          </a:p>
        </p:txBody>
      </p:sp>
      <p:sp>
        <p:nvSpPr>
          <p:cNvPr id="27" name="Picture Placeholder 22">
            <a:extLst>
              <a:ext uri="{FF2B5EF4-FFF2-40B4-BE49-F238E27FC236}">
                <a16:creationId xmlns:a16="http://schemas.microsoft.com/office/drawing/2014/main" id="{B765F5D3-7CB7-4E55-8217-E9EEA9F2945A}"/>
              </a:ext>
            </a:extLst>
          </p:cNvPr>
          <p:cNvSpPr>
            <a:spLocks noGrp="1"/>
          </p:cNvSpPr>
          <p:nvPr>
            <p:ph type="pic" sz="quarter" idx="26"/>
          </p:nvPr>
        </p:nvSpPr>
        <p:spPr>
          <a:xfrm>
            <a:off x="8350340" y="2160704"/>
            <a:ext cx="1229425" cy="1229425"/>
          </a:xfrm>
          <a:prstGeom prst="ellipse">
            <a:avLst/>
          </a:prstGeom>
          <a:solidFill>
            <a:schemeClr val="bg1">
              <a:lumMod val="95000"/>
            </a:schemeClr>
          </a:solidFill>
          <a:ln w="3175">
            <a:solidFill>
              <a:schemeClr val="bg1">
                <a:lumMod val="75000"/>
              </a:schemeClr>
            </a:solidFill>
          </a:ln>
        </p:spPr>
        <p:txBody>
          <a:bodyPr anchor="ctr"/>
          <a:lstStyle>
            <a:lvl1pPr marL="0" indent="0" algn="ctr">
              <a:buNone/>
              <a:defRPr/>
            </a:lvl1pPr>
          </a:lstStyle>
          <a:p>
            <a:r>
              <a:rPr lang="en-US" noProof="0"/>
              <a:t>Click icon to add picture</a:t>
            </a:r>
            <a:endParaRPr lang="en-US" noProof="0" dirty="0"/>
          </a:p>
        </p:txBody>
      </p:sp>
      <p:sp>
        <p:nvSpPr>
          <p:cNvPr id="20" name="Picture Placeholder 22">
            <a:extLst>
              <a:ext uri="{FF2B5EF4-FFF2-40B4-BE49-F238E27FC236}">
                <a16:creationId xmlns:a16="http://schemas.microsoft.com/office/drawing/2014/main" id="{8CB2CA38-4C7F-4D6B-9B34-606F1A007A17}"/>
              </a:ext>
            </a:extLst>
          </p:cNvPr>
          <p:cNvSpPr>
            <a:spLocks noGrp="1"/>
          </p:cNvSpPr>
          <p:nvPr>
            <p:ph type="pic" sz="quarter" idx="27"/>
          </p:nvPr>
        </p:nvSpPr>
        <p:spPr>
          <a:xfrm>
            <a:off x="10258651" y="2160704"/>
            <a:ext cx="1229425" cy="1229425"/>
          </a:xfrm>
          <a:prstGeom prst="ellipse">
            <a:avLst/>
          </a:prstGeom>
          <a:solidFill>
            <a:schemeClr val="bg1">
              <a:lumMod val="95000"/>
            </a:schemeClr>
          </a:solidFill>
          <a:ln w="3175">
            <a:solidFill>
              <a:schemeClr val="bg1">
                <a:lumMod val="75000"/>
              </a:schemeClr>
            </a:solidFill>
          </a:ln>
        </p:spPr>
        <p:txBody>
          <a:bodyPr anchor="ctr"/>
          <a:lstStyle>
            <a:lvl1pPr marL="0" indent="0" algn="ctr">
              <a:buNone/>
              <a:defRPr/>
            </a:lvl1pPr>
          </a:lstStyle>
          <a:p>
            <a:r>
              <a:rPr lang="en-US" noProof="0"/>
              <a:t>Click icon to add picture</a:t>
            </a:r>
            <a:endParaRPr lang="en-US" noProof="0" dirty="0"/>
          </a:p>
        </p:txBody>
      </p:sp>
      <p:sp>
        <p:nvSpPr>
          <p:cNvPr id="4" name="Text Placeholder 3">
            <a:extLst>
              <a:ext uri="{FF2B5EF4-FFF2-40B4-BE49-F238E27FC236}">
                <a16:creationId xmlns:a16="http://schemas.microsoft.com/office/drawing/2014/main" id="{F5DA42CA-D117-4AF7-9FEC-03EB2BBB7566}"/>
              </a:ext>
            </a:extLst>
          </p:cNvPr>
          <p:cNvSpPr>
            <a:spLocks noGrp="1"/>
          </p:cNvSpPr>
          <p:nvPr>
            <p:ph type="body" sz="quarter" idx="28" hasCustomPrompt="1"/>
          </p:nvPr>
        </p:nvSpPr>
        <p:spPr>
          <a:xfrm>
            <a:off x="9973363" y="3925888"/>
            <a:ext cx="1800000" cy="504825"/>
          </a:xfrm>
        </p:spPr>
        <p:txBody>
          <a:bodyPr/>
          <a:lstStyle>
            <a:lvl1pPr marL="0" indent="0" algn="ctr">
              <a:buNone/>
              <a:defRPr b="1">
                <a:latin typeface="+mj-lt"/>
              </a:defRPr>
            </a:lvl1pPr>
            <a:lvl2pPr marL="266700" indent="0" algn="ctr">
              <a:buNone/>
              <a:defRPr/>
            </a:lvl2pPr>
            <a:lvl3pPr marL="542925" indent="0" algn="ctr">
              <a:buNone/>
              <a:defRPr/>
            </a:lvl3pPr>
            <a:lvl4pPr marL="809625" indent="0" algn="ctr">
              <a:buNone/>
              <a:defRPr/>
            </a:lvl4pPr>
            <a:lvl5pPr marL="1076325" indent="0" algn="ctr">
              <a:buNone/>
              <a:defRPr/>
            </a:lvl5pPr>
          </a:lstStyle>
          <a:p>
            <a:pPr lvl="0"/>
            <a:r>
              <a:rPr lang="en-US" noProof="0"/>
              <a:t>Full Name</a:t>
            </a:r>
          </a:p>
        </p:txBody>
      </p:sp>
      <p:sp>
        <p:nvSpPr>
          <p:cNvPr id="11" name="Text Placeholder 10">
            <a:extLst>
              <a:ext uri="{FF2B5EF4-FFF2-40B4-BE49-F238E27FC236}">
                <a16:creationId xmlns:a16="http://schemas.microsoft.com/office/drawing/2014/main" id="{5F9CEF5A-8DCE-4156-9138-C113C0D3A79D}"/>
              </a:ext>
            </a:extLst>
          </p:cNvPr>
          <p:cNvSpPr>
            <a:spLocks noGrp="1"/>
          </p:cNvSpPr>
          <p:nvPr>
            <p:ph type="body" sz="quarter" idx="29" hasCustomPrompt="1"/>
          </p:nvPr>
        </p:nvSpPr>
        <p:spPr>
          <a:xfrm>
            <a:off x="9973363" y="4505325"/>
            <a:ext cx="1800000" cy="900113"/>
          </a:xfrm>
        </p:spPr>
        <p:txBody>
          <a:bodyPr/>
          <a:lstStyle>
            <a:lvl1pPr marL="0" indent="0" algn="ctr">
              <a:buNone/>
              <a:defRPr/>
            </a:lvl1pPr>
          </a:lstStyle>
          <a:p>
            <a:pPr lvl="0"/>
            <a:r>
              <a:rPr lang="en-US" noProof="0"/>
              <a:t>Title</a:t>
            </a:r>
          </a:p>
        </p:txBody>
      </p:sp>
    </p:spTree>
    <p:extLst>
      <p:ext uri="{BB962C8B-B14F-4D97-AF65-F5344CB8AC3E}">
        <p14:creationId xmlns:p14="http://schemas.microsoft.com/office/powerpoint/2010/main" val="1503510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F8AB0F04-910C-4647-AE1C-177C66B50038}"/>
              </a:ext>
            </a:extLst>
          </p:cNvPr>
          <p:cNvSpPr/>
          <p:nvPr userDrawn="1"/>
        </p:nvSpPr>
        <p:spPr>
          <a:xfrm rot="4308689">
            <a:off x="8139110" y="-52404"/>
            <a:ext cx="648657" cy="777553"/>
          </a:xfrm>
          <a:custGeom>
            <a:avLst/>
            <a:gdLst>
              <a:gd name="connsiteX0" fmla="*/ 0 w 648657"/>
              <a:gd name="connsiteY0" fmla="*/ 777553 h 777553"/>
              <a:gd name="connsiteX1" fmla="*/ 255474 w 648657"/>
              <a:gd name="connsiteY1" fmla="*/ 0 h 777553"/>
              <a:gd name="connsiteX2" fmla="*/ 648657 w 648657"/>
              <a:gd name="connsiteY2" fmla="*/ 713937 h 777553"/>
              <a:gd name="connsiteX3" fmla="*/ 0 w 648657"/>
              <a:gd name="connsiteY3" fmla="*/ 777553 h 777553"/>
            </a:gdLst>
            <a:ahLst/>
            <a:cxnLst>
              <a:cxn ang="0">
                <a:pos x="connsiteX0" y="connsiteY0"/>
              </a:cxn>
              <a:cxn ang="0">
                <a:pos x="connsiteX1" y="connsiteY1"/>
              </a:cxn>
              <a:cxn ang="0">
                <a:pos x="connsiteX2" y="connsiteY2"/>
              </a:cxn>
              <a:cxn ang="0">
                <a:pos x="connsiteX3" y="connsiteY3"/>
              </a:cxn>
            </a:cxnLst>
            <a:rect l="l" t="t" r="r" b="b"/>
            <a:pathLst>
              <a:path w="648657" h="777553">
                <a:moveTo>
                  <a:pt x="0" y="777553"/>
                </a:moveTo>
                <a:lnTo>
                  <a:pt x="255474" y="0"/>
                </a:lnTo>
                <a:lnTo>
                  <a:pt x="648657" y="713937"/>
                </a:lnTo>
                <a:lnTo>
                  <a:pt x="0" y="777553"/>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Freeform: Shape 26">
            <a:extLst>
              <a:ext uri="{FF2B5EF4-FFF2-40B4-BE49-F238E27FC236}">
                <a16:creationId xmlns:a16="http://schemas.microsoft.com/office/drawing/2014/main" id="{3E72A672-7789-4744-A4CB-D177B890FDE6}"/>
              </a:ext>
            </a:extLst>
          </p:cNvPr>
          <p:cNvSpPr/>
          <p:nvPr userDrawn="1"/>
        </p:nvSpPr>
        <p:spPr>
          <a:xfrm rot="4308689">
            <a:off x="8878526" y="-532562"/>
            <a:ext cx="3571215" cy="3737093"/>
          </a:xfrm>
          <a:custGeom>
            <a:avLst/>
            <a:gdLst>
              <a:gd name="connsiteX0" fmla="*/ 0 w 3571215"/>
              <a:gd name="connsiteY0" fmla="*/ 3023156 h 3737093"/>
              <a:gd name="connsiteX1" fmla="*/ 993291 w 3571215"/>
              <a:gd name="connsiteY1" fmla="*/ 0 h 3737093"/>
              <a:gd name="connsiteX2" fmla="*/ 3571215 w 3571215"/>
              <a:gd name="connsiteY2" fmla="*/ 847006 h 3737093"/>
              <a:gd name="connsiteX3" fmla="*/ 1392370 w 3571215"/>
              <a:gd name="connsiteY3" fmla="*/ 3639100 h 3737093"/>
              <a:gd name="connsiteX4" fmla="*/ 393183 w 3571215"/>
              <a:gd name="connsiteY4" fmla="*/ 3737093 h 3737093"/>
              <a:gd name="connsiteX5" fmla="*/ 0 w 3571215"/>
              <a:gd name="connsiteY5" fmla="*/ 3023156 h 373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215" h="3737093">
                <a:moveTo>
                  <a:pt x="0" y="3023156"/>
                </a:moveTo>
                <a:lnTo>
                  <a:pt x="993291" y="0"/>
                </a:lnTo>
                <a:lnTo>
                  <a:pt x="3571215" y="847006"/>
                </a:lnTo>
                <a:lnTo>
                  <a:pt x="1392370" y="3639100"/>
                </a:lnTo>
                <a:lnTo>
                  <a:pt x="393183" y="3737093"/>
                </a:lnTo>
                <a:lnTo>
                  <a:pt x="0" y="302315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14" name="Freeform: Shape 13">
            <a:extLst>
              <a:ext uri="{FF2B5EF4-FFF2-40B4-BE49-F238E27FC236}">
                <a16:creationId xmlns:a16="http://schemas.microsoft.com/office/drawing/2014/main" id="{0C7CDA8E-8D79-474E-8278-7D77C867E238}"/>
              </a:ext>
            </a:extLst>
          </p:cNvPr>
          <p:cNvSpPr/>
          <p:nvPr userDrawn="1"/>
        </p:nvSpPr>
        <p:spPr>
          <a:xfrm rot="4308689">
            <a:off x="9191192" y="1651650"/>
            <a:ext cx="1980696" cy="2066510"/>
          </a:xfrm>
          <a:custGeom>
            <a:avLst/>
            <a:gdLst>
              <a:gd name="connsiteX0" fmla="*/ 0 w 1980696"/>
              <a:gd name="connsiteY0" fmla="*/ 2066510 h 2066510"/>
              <a:gd name="connsiteX1" fmla="*/ 1138078 w 1980696"/>
              <a:gd name="connsiteY1" fmla="*/ 0 h 2066510"/>
              <a:gd name="connsiteX2" fmla="*/ 1980696 w 1980696"/>
              <a:gd name="connsiteY2" fmla="*/ 1530016 h 2066510"/>
              <a:gd name="connsiteX3" fmla="*/ 1459417 w 1980696"/>
              <a:gd name="connsiteY3" fmla="*/ 2066510 h 2066510"/>
            </a:gdLst>
            <a:ahLst/>
            <a:cxnLst>
              <a:cxn ang="0">
                <a:pos x="connsiteX0" y="connsiteY0"/>
              </a:cxn>
              <a:cxn ang="0">
                <a:pos x="connsiteX1" y="connsiteY1"/>
              </a:cxn>
              <a:cxn ang="0">
                <a:pos x="connsiteX2" y="connsiteY2"/>
              </a:cxn>
              <a:cxn ang="0">
                <a:pos x="connsiteX3" y="connsiteY3"/>
              </a:cxn>
            </a:cxnLst>
            <a:rect l="l" t="t" r="r" b="b"/>
            <a:pathLst>
              <a:path w="1980696" h="2066510">
                <a:moveTo>
                  <a:pt x="0" y="2066510"/>
                </a:moveTo>
                <a:lnTo>
                  <a:pt x="1138078" y="0"/>
                </a:lnTo>
                <a:lnTo>
                  <a:pt x="1980696" y="1530016"/>
                </a:lnTo>
                <a:lnTo>
                  <a:pt x="1459417" y="206651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18">
            <a:extLst>
              <a:ext uri="{FF2B5EF4-FFF2-40B4-BE49-F238E27FC236}">
                <a16:creationId xmlns:a16="http://schemas.microsoft.com/office/drawing/2014/main" id="{ABD99355-65C1-4211-9E82-3D41ACE0AE17}"/>
              </a:ext>
            </a:extLst>
          </p:cNvPr>
          <p:cNvSpPr/>
          <p:nvPr userDrawn="1"/>
        </p:nvSpPr>
        <p:spPr>
          <a:xfrm rot="13830869">
            <a:off x="9457431" y="3977898"/>
            <a:ext cx="346713" cy="206124"/>
          </a:xfrm>
          <a:custGeom>
            <a:avLst/>
            <a:gdLst>
              <a:gd name="connsiteX0" fmla="*/ 346713 w 346713"/>
              <a:gd name="connsiteY0" fmla="*/ 206124 h 206124"/>
              <a:gd name="connsiteX1" fmla="*/ 0 w 346713"/>
              <a:gd name="connsiteY1" fmla="*/ 206124 h 206124"/>
              <a:gd name="connsiteX2" fmla="*/ 86666 w 346713"/>
              <a:gd name="connsiteY2" fmla="*/ 0 h 206124"/>
              <a:gd name="connsiteX3" fmla="*/ 346713 w 346713"/>
              <a:gd name="connsiteY3" fmla="*/ 206124 h 206124"/>
            </a:gdLst>
            <a:ahLst/>
            <a:cxnLst>
              <a:cxn ang="0">
                <a:pos x="connsiteX0" y="connsiteY0"/>
              </a:cxn>
              <a:cxn ang="0">
                <a:pos x="connsiteX1" y="connsiteY1"/>
              </a:cxn>
              <a:cxn ang="0">
                <a:pos x="connsiteX2" y="connsiteY2"/>
              </a:cxn>
              <a:cxn ang="0">
                <a:pos x="connsiteX3" y="connsiteY3"/>
              </a:cxn>
            </a:cxnLst>
            <a:rect l="l" t="t" r="r" b="b"/>
            <a:pathLst>
              <a:path w="346713" h="206124">
                <a:moveTo>
                  <a:pt x="346713" y="206124"/>
                </a:moveTo>
                <a:lnTo>
                  <a:pt x="0" y="206124"/>
                </a:lnTo>
                <a:lnTo>
                  <a:pt x="86666" y="0"/>
                </a:lnTo>
                <a:lnTo>
                  <a:pt x="346713" y="20612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F459E701-5FEF-4918-8F3A-04E29BF09009}"/>
              </a:ext>
            </a:extLst>
          </p:cNvPr>
          <p:cNvSpPr/>
          <p:nvPr userDrawn="1"/>
        </p:nvSpPr>
        <p:spPr>
          <a:xfrm rot="12431080">
            <a:off x="9528615" y="3713859"/>
            <a:ext cx="710669" cy="335543"/>
          </a:xfrm>
          <a:custGeom>
            <a:avLst/>
            <a:gdLst>
              <a:gd name="connsiteX0" fmla="*/ 710669 w 710669"/>
              <a:gd name="connsiteY0" fmla="*/ 176660 h 335543"/>
              <a:gd name="connsiteX1" fmla="*/ 0 w 710669"/>
              <a:gd name="connsiteY1" fmla="*/ 335543 h 335543"/>
              <a:gd name="connsiteX2" fmla="*/ 141082 w 710669"/>
              <a:gd name="connsiteY2" fmla="*/ 0 h 335543"/>
              <a:gd name="connsiteX3" fmla="*/ 487795 w 710669"/>
              <a:gd name="connsiteY3" fmla="*/ 0 h 335543"/>
              <a:gd name="connsiteX4" fmla="*/ 710669 w 710669"/>
              <a:gd name="connsiteY4" fmla="*/ 176660 h 335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69" h="335543">
                <a:moveTo>
                  <a:pt x="710669" y="176660"/>
                </a:moveTo>
                <a:lnTo>
                  <a:pt x="0" y="335543"/>
                </a:lnTo>
                <a:lnTo>
                  <a:pt x="141082" y="0"/>
                </a:lnTo>
                <a:lnTo>
                  <a:pt x="487795" y="0"/>
                </a:lnTo>
                <a:lnTo>
                  <a:pt x="710669" y="17666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8550A0A6-1197-4153-9800-69D58909D0C7}"/>
              </a:ext>
            </a:extLst>
          </p:cNvPr>
          <p:cNvSpPr/>
          <p:nvPr userDrawn="1"/>
        </p:nvSpPr>
        <p:spPr>
          <a:xfrm rot="4308689">
            <a:off x="8785444" y="1075879"/>
            <a:ext cx="1246227" cy="1580187"/>
          </a:xfrm>
          <a:custGeom>
            <a:avLst/>
            <a:gdLst>
              <a:gd name="connsiteX0" fmla="*/ 0 w 1980696"/>
              <a:gd name="connsiteY0" fmla="*/ 2066510 h 2066510"/>
              <a:gd name="connsiteX1" fmla="*/ 1138078 w 1980696"/>
              <a:gd name="connsiteY1" fmla="*/ 0 h 2066510"/>
              <a:gd name="connsiteX2" fmla="*/ 1980696 w 1980696"/>
              <a:gd name="connsiteY2" fmla="*/ 1530016 h 2066510"/>
              <a:gd name="connsiteX3" fmla="*/ 1459417 w 1980696"/>
              <a:gd name="connsiteY3" fmla="*/ 2066510 h 2066510"/>
              <a:gd name="connsiteX0" fmla="*/ 0 w 1980696"/>
              <a:gd name="connsiteY0" fmla="*/ 1680311 h 1680311"/>
              <a:gd name="connsiteX1" fmla="*/ 1337031 w 1980696"/>
              <a:gd name="connsiteY1" fmla="*/ 0 h 1680311"/>
              <a:gd name="connsiteX2" fmla="*/ 1980696 w 1980696"/>
              <a:gd name="connsiteY2" fmla="*/ 1143817 h 1680311"/>
              <a:gd name="connsiteX3" fmla="*/ 1459417 w 1980696"/>
              <a:gd name="connsiteY3" fmla="*/ 1680311 h 1680311"/>
              <a:gd name="connsiteX4" fmla="*/ 0 w 1980696"/>
              <a:gd name="connsiteY4" fmla="*/ 1680311 h 1680311"/>
              <a:gd name="connsiteX0" fmla="*/ 0 w 1459417"/>
              <a:gd name="connsiteY0" fmla="*/ 1680311 h 1680311"/>
              <a:gd name="connsiteX1" fmla="*/ 1337031 w 1459417"/>
              <a:gd name="connsiteY1" fmla="*/ 0 h 1680311"/>
              <a:gd name="connsiteX2" fmla="*/ 1360698 w 1459417"/>
              <a:gd name="connsiteY2" fmla="*/ 208215 h 1680311"/>
              <a:gd name="connsiteX3" fmla="*/ 1459417 w 1459417"/>
              <a:gd name="connsiteY3" fmla="*/ 1680311 h 1680311"/>
              <a:gd name="connsiteX4" fmla="*/ 0 w 1459417"/>
              <a:gd name="connsiteY4" fmla="*/ 1680311 h 1680311"/>
              <a:gd name="connsiteX0" fmla="*/ 0 w 1360698"/>
              <a:gd name="connsiteY0" fmla="*/ 1680311 h 1688402"/>
              <a:gd name="connsiteX1" fmla="*/ 1337031 w 1360698"/>
              <a:gd name="connsiteY1" fmla="*/ 0 h 1688402"/>
              <a:gd name="connsiteX2" fmla="*/ 1360698 w 1360698"/>
              <a:gd name="connsiteY2" fmla="*/ 208215 h 1688402"/>
              <a:gd name="connsiteX3" fmla="*/ 278710 w 1360698"/>
              <a:gd name="connsiteY3" fmla="*/ 1688402 h 1688402"/>
              <a:gd name="connsiteX4" fmla="*/ 0 w 1360698"/>
              <a:gd name="connsiteY4" fmla="*/ 1680311 h 1688402"/>
              <a:gd name="connsiteX0" fmla="*/ 0 w 1360698"/>
              <a:gd name="connsiteY0" fmla="*/ 1680311 h 1698354"/>
              <a:gd name="connsiteX1" fmla="*/ 1337031 w 1360698"/>
              <a:gd name="connsiteY1" fmla="*/ 0 h 1698354"/>
              <a:gd name="connsiteX2" fmla="*/ 1360698 w 1360698"/>
              <a:gd name="connsiteY2" fmla="*/ 208215 h 1698354"/>
              <a:gd name="connsiteX3" fmla="*/ 415804 w 1360698"/>
              <a:gd name="connsiteY3" fmla="*/ 1698354 h 1698354"/>
              <a:gd name="connsiteX4" fmla="*/ 0 w 1360698"/>
              <a:gd name="connsiteY4" fmla="*/ 1680311 h 1698354"/>
              <a:gd name="connsiteX0" fmla="*/ 0 w 1360698"/>
              <a:gd name="connsiteY0" fmla="*/ 1556337 h 1574380"/>
              <a:gd name="connsiteX1" fmla="*/ 1226116 w 1360698"/>
              <a:gd name="connsiteY1" fmla="*/ 0 h 1574380"/>
              <a:gd name="connsiteX2" fmla="*/ 1360698 w 1360698"/>
              <a:gd name="connsiteY2" fmla="*/ 84241 h 1574380"/>
              <a:gd name="connsiteX3" fmla="*/ 415804 w 1360698"/>
              <a:gd name="connsiteY3" fmla="*/ 1574380 h 1574380"/>
              <a:gd name="connsiteX4" fmla="*/ 0 w 1360698"/>
              <a:gd name="connsiteY4" fmla="*/ 1556337 h 1574380"/>
              <a:gd name="connsiteX0" fmla="*/ 0 w 1303560"/>
              <a:gd name="connsiteY0" fmla="*/ 1556337 h 1574380"/>
              <a:gd name="connsiteX1" fmla="*/ 1226116 w 1303560"/>
              <a:gd name="connsiteY1" fmla="*/ 0 h 1574380"/>
              <a:gd name="connsiteX2" fmla="*/ 1303560 w 1303560"/>
              <a:gd name="connsiteY2" fmla="*/ 105569 h 1574380"/>
              <a:gd name="connsiteX3" fmla="*/ 415804 w 1303560"/>
              <a:gd name="connsiteY3" fmla="*/ 1574380 h 1574380"/>
              <a:gd name="connsiteX4" fmla="*/ 0 w 1303560"/>
              <a:gd name="connsiteY4" fmla="*/ 1556337 h 1574380"/>
              <a:gd name="connsiteX0" fmla="*/ 0 w 1246227"/>
              <a:gd name="connsiteY0" fmla="*/ 1580187 h 1580187"/>
              <a:gd name="connsiteX1" fmla="*/ 1168783 w 1246227"/>
              <a:gd name="connsiteY1" fmla="*/ 0 h 1580187"/>
              <a:gd name="connsiteX2" fmla="*/ 1246227 w 1246227"/>
              <a:gd name="connsiteY2" fmla="*/ 105569 h 1580187"/>
              <a:gd name="connsiteX3" fmla="*/ 358471 w 1246227"/>
              <a:gd name="connsiteY3" fmla="*/ 1574380 h 1580187"/>
              <a:gd name="connsiteX4" fmla="*/ 0 w 1246227"/>
              <a:gd name="connsiteY4" fmla="*/ 1580187 h 1580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227" h="1580187">
                <a:moveTo>
                  <a:pt x="0" y="1580187"/>
                </a:moveTo>
                <a:lnTo>
                  <a:pt x="1168783" y="0"/>
                </a:lnTo>
                <a:lnTo>
                  <a:pt x="1246227" y="105569"/>
                </a:lnTo>
                <a:lnTo>
                  <a:pt x="358471" y="1574380"/>
                </a:lnTo>
                <a:lnTo>
                  <a:pt x="0" y="158018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Freeform: Shape 23">
            <a:extLst>
              <a:ext uri="{FF2B5EF4-FFF2-40B4-BE49-F238E27FC236}">
                <a16:creationId xmlns:a16="http://schemas.microsoft.com/office/drawing/2014/main" id="{4F0A2415-21FA-4B06-89CA-A379C8C2E262}"/>
              </a:ext>
            </a:extLst>
          </p:cNvPr>
          <p:cNvSpPr/>
          <p:nvPr userDrawn="1"/>
        </p:nvSpPr>
        <p:spPr>
          <a:xfrm rot="17193105">
            <a:off x="11374788" y="2846425"/>
            <a:ext cx="243160" cy="406553"/>
          </a:xfrm>
          <a:custGeom>
            <a:avLst/>
            <a:gdLst>
              <a:gd name="connsiteX0" fmla="*/ 243160 w 243160"/>
              <a:gd name="connsiteY0" fmla="*/ 342071 h 406553"/>
              <a:gd name="connsiteX1" fmla="*/ 156493 w 243160"/>
              <a:gd name="connsiteY1" fmla="*/ 406553 h 406553"/>
              <a:gd name="connsiteX2" fmla="*/ 0 w 243160"/>
              <a:gd name="connsiteY2" fmla="*/ 0 h 406553"/>
              <a:gd name="connsiteX3" fmla="*/ 243160 w 243160"/>
              <a:gd name="connsiteY3" fmla="*/ 342071 h 406553"/>
            </a:gdLst>
            <a:ahLst/>
            <a:cxnLst>
              <a:cxn ang="0">
                <a:pos x="connsiteX0" y="connsiteY0"/>
              </a:cxn>
              <a:cxn ang="0">
                <a:pos x="connsiteX1" y="connsiteY1"/>
              </a:cxn>
              <a:cxn ang="0">
                <a:pos x="connsiteX2" y="connsiteY2"/>
              </a:cxn>
              <a:cxn ang="0">
                <a:pos x="connsiteX3" y="connsiteY3"/>
              </a:cxn>
            </a:cxnLst>
            <a:rect l="l" t="t" r="r" b="b"/>
            <a:pathLst>
              <a:path w="243160" h="406553">
                <a:moveTo>
                  <a:pt x="243160" y="342071"/>
                </a:moveTo>
                <a:lnTo>
                  <a:pt x="156493" y="406553"/>
                </a:lnTo>
                <a:lnTo>
                  <a:pt x="0" y="0"/>
                </a:lnTo>
                <a:lnTo>
                  <a:pt x="243160" y="34207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Freeform: Shape 22">
            <a:extLst>
              <a:ext uri="{FF2B5EF4-FFF2-40B4-BE49-F238E27FC236}">
                <a16:creationId xmlns:a16="http://schemas.microsoft.com/office/drawing/2014/main" id="{FF9CE8FE-77D6-45E0-BBF7-78F07AC29771}"/>
              </a:ext>
            </a:extLst>
          </p:cNvPr>
          <p:cNvSpPr/>
          <p:nvPr userDrawn="1"/>
        </p:nvSpPr>
        <p:spPr>
          <a:xfrm rot="17193105">
            <a:off x="10879052" y="2627354"/>
            <a:ext cx="692798" cy="510610"/>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Text Placeholder 8">
            <a:extLst>
              <a:ext uri="{FF2B5EF4-FFF2-40B4-BE49-F238E27FC236}">
                <a16:creationId xmlns:a16="http://schemas.microsoft.com/office/drawing/2014/main" id="{37BBBFC2-32EB-4335-9980-A7CF236703B3}"/>
              </a:ext>
            </a:extLst>
          </p:cNvPr>
          <p:cNvSpPr>
            <a:spLocks noGrp="1"/>
          </p:cNvSpPr>
          <p:nvPr>
            <p:ph type="body" sz="quarter" idx="26" hasCustomPrompt="1"/>
          </p:nvPr>
        </p:nvSpPr>
        <p:spPr>
          <a:xfrm>
            <a:off x="431800" y="1080000"/>
            <a:ext cx="11339513" cy="276561"/>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 Header</a:t>
            </a:r>
          </a:p>
        </p:txBody>
      </p:sp>
    </p:spTree>
    <p:extLst>
      <p:ext uri="{BB962C8B-B14F-4D97-AF65-F5344CB8AC3E}">
        <p14:creationId xmlns:p14="http://schemas.microsoft.com/office/powerpoint/2010/main" val="1505855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29137C9-7B18-454C-AB56-2B4631DFE59D}"/>
              </a:ext>
            </a:extLst>
          </p:cNvPr>
          <p:cNvSpPr/>
          <p:nvPr userDrawn="1"/>
        </p:nvSpPr>
        <p:spPr>
          <a:xfrm rot="14199158">
            <a:off x="10161654" y="-236402"/>
            <a:ext cx="1957093" cy="1399810"/>
          </a:xfrm>
          <a:custGeom>
            <a:avLst/>
            <a:gdLst>
              <a:gd name="connsiteX0" fmla="*/ 0 w 3571215"/>
              <a:gd name="connsiteY0" fmla="*/ 3023156 h 3737093"/>
              <a:gd name="connsiteX1" fmla="*/ 993291 w 3571215"/>
              <a:gd name="connsiteY1" fmla="*/ 0 h 3737093"/>
              <a:gd name="connsiteX2" fmla="*/ 3571215 w 3571215"/>
              <a:gd name="connsiteY2" fmla="*/ 847006 h 3737093"/>
              <a:gd name="connsiteX3" fmla="*/ 1392370 w 3571215"/>
              <a:gd name="connsiteY3" fmla="*/ 3639100 h 3737093"/>
              <a:gd name="connsiteX4" fmla="*/ 393183 w 3571215"/>
              <a:gd name="connsiteY4" fmla="*/ 3737093 h 3737093"/>
              <a:gd name="connsiteX5" fmla="*/ 0 w 3571215"/>
              <a:gd name="connsiteY5" fmla="*/ 3023156 h 3737093"/>
              <a:gd name="connsiteX0" fmla="*/ 0 w 3571215"/>
              <a:gd name="connsiteY0" fmla="*/ 2176150 h 2890087"/>
              <a:gd name="connsiteX1" fmla="*/ 2472666 w 3571215"/>
              <a:gd name="connsiteY1" fmla="*/ 36067 h 2890087"/>
              <a:gd name="connsiteX2" fmla="*/ 3571215 w 3571215"/>
              <a:gd name="connsiteY2" fmla="*/ 0 h 2890087"/>
              <a:gd name="connsiteX3" fmla="*/ 1392370 w 3571215"/>
              <a:gd name="connsiteY3" fmla="*/ 2792094 h 2890087"/>
              <a:gd name="connsiteX4" fmla="*/ 393183 w 3571215"/>
              <a:gd name="connsiteY4" fmla="*/ 2890087 h 2890087"/>
              <a:gd name="connsiteX5" fmla="*/ 0 w 3571215"/>
              <a:gd name="connsiteY5" fmla="*/ 2176150 h 2890087"/>
              <a:gd name="connsiteX0" fmla="*/ 0 w 3571215"/>
              <a:gd name="connsiteY0" fmla="*/ 2176150 h 2890087"/>
              <a:gd name="connsiteX1" fmla="*/ 2472666 w 3571215"/>
              <a:gd name="connsiteY1" fmla="*/ 36067 h 2890087"/>
              <a:gd name="connsiteX2" fmla="*/ 3571215 w 3571215"/>
              <a:gd name="connsiteY2" fmla="*/ 0 h 2890087"/>
              <a:gd name="connsiteX3" fmla="*/ 2626822 w 3571215"/>
              <a:gd name="connsiteY3" fmla="*/ 1399810 h 2890087"/>
              <a:gd name="connsiteX4" fmla="*/ 393183 w 3571215"/>
              <a:gd name="connsiteY4" fmla="*/ 2890087 h 2890087"/>
              <a:gd name="connsiteX5" fmla="*/ 0 w 3571215"/>
              <a:gd name="connsiteY5" fmla="*/ 2176150 h 2890087"/>
              <a:gd name="connsiteX0" fmla="*/ 0 w 3571215"/>
              <a:gd name="connsiteY0" fmla="*/ 2176150 h 2176150"/>
              <a:gd name="connsiteX1" fmla="*/ 2472666 w 3571215"/>
              <a:gd name="connsiteY1" fmla="*/ 36067 h 2176150"/>
              <a:gd name="connsiteX2" fmla="*/ 3571215 w 3571215"/>
              <a:gd name="connsiteY2" fmla="*/ 0 h 2176150"/>
              <a:gd name="connsiteX3" fmla="*/ 2626822 w 3571215"/>
              <a:gd name="connsiteY3" fmla="*/ 1399810 h 2176150"/>
              <a:gd name="connsiteX4" fmla="*/ 2309686 w 3571215"/>
              <a:gd name="connsiteY4" fmla="*/ 820126 h 2176150"/>
              <a:gd name="connsiteX5" fmla="*/ 0 w 3571215"/>
              <a:gd name="connsiteY5" fmla="*/ 2176150 h 2176150"/>
              <a:gd name="connsiteX0" fmla="*/ 0 w 1957093"/>
              <a:gd name="connsiteY0" fmla="*/ 318772 h 1399810"/>
              <a:gd name="connsiteX1" fmla="*/ 858544 w 1957093"/>
              <a:gd name="connsiteY1" fmla="*/ 36067 h 1399810"/>
              <a:gd name="connsiteX2" fmla="*/ 1957093 w 1957093"/>
              <a:gd name="connsiteY2" fmla="*/ 0 h 1399810"/>
              <a:gd name="connsiteX3" fmla="*/ 1012700 w 1957093"/>
              <a:gd name="connsiteY3" fmla="*/ 1399810 h 1399810"/>
              <a:gd name="connsiteX4" fmla="*/ 695564 w 1957093"/>
              <a:gd name="connsiteY4" fmla="*/ 820126 h 1399810"/>
              <a:gd name="connsiteX5" fmla="*/ 0 w 1957093"/>
              <a:gd name="connsiteY5" fmla="*/ 318772 h 1399810"/>
              <a:gd name="connsiteX0" fmla="*/ 0 w 1957093"/>
              <a:gd name="connsiteY0" fmla="*/ 318772 h 1399810"/>
              <a:gd name="connsiteX1" fmla="*/ 858544 w 1957093"/>
              <a:gd name="connsiteY1" fmla="*/ 36067 h 1399810"/>
              <a:gd name="connsiteX2" fmla="*/ 1957093 w 1957093"/>
              <a:gd name="connsiteY2" fmla="*/ 0 h 1399810"/>
              <a:gd name="connsiteX3" fmla="*/ 1012700 w 1957093"/>
              <a:gd name="connsiteY3" fmla="*/ 1399810 h 1399810"/>
              <a:gd name="connsiteX4" fmla="*/ 172487 w 1957093"/>
              <a:gd name="connsiteY4" fmla="*/ 1221089 h 1399810"/>
              <a:gd name="connsiteX5" fmla="*/ 0 w 1957093"/>
              <a:gd name="connsiteY5" fmla="*/ 318772 h 139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7093" h="1399810">
                <a:moveTo>
                  <a:pt x="0" y="318772"/>
                </a:moveTo>
                <a:lnTo>
                  <a:pt x="858544" y="36067"/>
                </a:lnTo>
                <a:lnTo>
                  <a:pt x="1957093" y="0"/>
                </a:lnTo>
                <a:lnTo>
                  <a:pt x="1012700" y="1399810"/>
                </a:lnTo>
                <a:lnTo>
                  <a:pt x="172487" y="1221089"/>
                </a:lnTo>
                <a:lnTo>
                  <a:pt x="0" y="31877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3">
            <a:extLst>
              <a:ext uri="{FF2B5EF4-FFF2-40B4-BE49-F238E27FC236}">
                <a16:creationId xmlns:a16="http://schemas.microsoft.com/office/drawing/2014/main" id="{0C7CDA8E-8D79-474E-8278-7D77C867E238}"/>
              </a:ext>
            </a:extLst>
          </p:cNvPr>
          <p:cNvSpPr/>
          <p:nvPr userDrawn="1"/>
        </p:nvSpPr>
        <p:spPr>
          <a:xfrm rot="6973557">
            <a:off x="9799840" y="198216"/>
            <a:ext cx="748251" cy="780669"/>
          </a:xfrm>
          <a:custGeom>
            <a:avLst/>
            <a:gdLst>
              <a:gd name="connsiteX0" fmla="*/ 0 w 1980696"/>
              <a:gd name="connsiteY0" fmla="*/ 2066510 h 2066510"/>
              <a:gd name="connsiteX1" fmla="*/ 1138078 w 1980696"/>
              <a:gd name="connsiteY1" fmla="*/ 0 h 2066510"/>
              <a:gd name="connsiteX2" fmla="*/ 1980696 w 1980696"/>
              <a:gd name="connsiteY2" fmla="*/ 1530016 h 2066510"/>
              <a:gd name="connsiteX3" fmla="*/ 1459417 w 1980696"/>
              <a:gd name="connsiteY3" fmla="*/ 2066510 h 2066510"/>
            </a:gdLst>
            <a:ahLst/>
            <a:cxnLst>
              <a:cxn ang="0">
                <a:pos x="connsiteX0" y="connsiteY0"/>
              </a:cxn>
              <a:cxn ang="0">
                <a:pos x="connsiteX1" y="connsiteY1"/>
              </a:cxn>
              <a:cxn ang="0">
                <a:pos x="connsiteX2" y="connsiteY2"/>
              </a:cxn>
              <a:cxn ang="0">
                <a:pos x="connsiteX3" y="connsiteY3"/>
              </a:cxn>
            </a:cxnLst>
            <a:rect l="l" t="t" r="r" b="b"/>
            <a:pathLst>
              <a:path w="1980696" h="2066510">
                <a:moveTo>
                  <a:pt x="0" y="2066510"/>
                </a:moveTo>
                <a:lnTo>
                  <a:pt x="1138078" y="0"/>
                </a:lnTo>
                <a:lnTo>
                  <a:pt x="1980696" y="1530016"/>
                </a:lnTo>
                <a:lnTo>
                  <a:pt x="1459417" y="206651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24" name="Freeform: Shape 23">
            <a:extLst>
              <a:ext uri="{FF2B5EF4-FFF2-40B4-BE49-F238E27FC236}">
                <a16:creationId xmlns:a16="http://schemas.microsoft.com/office/drawing/2014/main" id="{4F0A2415-21FA-4B06-89CA-A379C8C2E262}"/>
              </a:ext>
            </a:extLst>
          </p:cNvPr>
          <p:cNvSpPr/>
          <p:nvPr userDrawn="1"/>
        </p:nvSpPr>
        <p:spPr>
          <a:xfrm rot="5483574">
            <a:off x="9854193" y="808595"/>
            <a:ext cx="243160" cy="406553"/>
          </a:xfrm>
          <a:custGeom>
            <a:avLst/>
            <a:gdLst>
              <a:gd name="connsiteX0" fmla="*/ 243160 w 243160"/>
              <a:gd name="connsiteY0" fmla="*/ 342071 h 406553"/>
              <a:gd name="connsiteX1" fmla="*/ 156493 w 243160"/>
              <a:gd name="connsiteY1" fmla="*/ 406553 h 406553"/>
              <a:gd name="connsiteX2" fmla="*/ 0 w 243160"/>
              <a:gd name="connsiteY2" fmla="*/ 0 h 406553"/>
              <a:gd name="connsiteX3" fmla="*/ 243160 w 243160"/>
              <a:gd name="connsiteY3" fmla="*/ 342071 h 406553"/>
            </a:gdLst>
            <a:ahLst/>
            <a:cxnLst>
              <a:cxn ang="0">
                <a:pos x="connsiteX0" y="connsiteY0"/>
              </a:cxn>
              <a:cxn ang="0">
                <a:pos x="connsiteX1" y="connsiteY1"/>
              </a:cxn>
              <a:cxn ang="0">
                <a:pos x="connsiteX2" y="connsiteY2"/>
              </a:cxn>
              <a:cxn ang="0">
                <a:pos x="connsiteX3" y="connsiteY3"/>
              </a:cxn>
            </a:cxnLst>
            <a:rect l="l" t="t" r="r" b="b"/>
            <a:pathLst>
              <a:path w="243160" h="406553">
                <a:moveTo>
                  <a:pt x="243160" y="342071"/>
                </a:moveTo>
                <a:lnTo>
                  <a:pt x="156493" y="406553"/>
                </a:lnTo>
                <a:lnTo>
                  <a:pt x="0" y="0"/>
                </a:lnTo>
                <a:lnTo>
                  <a:pt x="243160" y="34207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21">
            <a:extLst>
              <a:ext uri="{FF2B5EF4-FFF2-40B4-BE49-F238E27FC236}">
                <a16:creationId xmlns:a16="http://schemas.microsoft.com/office/drawing/2014/main" id="{9AACAC53-33A6-4BBC-8C68-0C56D0B39F57}"/>
              </a:ext>
            </a:extLst>
          </p:cNvPr>
          <p:cNvSpPr/>
          <p:nvPr userDrawn="1"/>
        </p:nvSpPr>
        <p:spPr>
          <a:xfrm rot="14235708">
            <a:off x="11753205" y="112024"/>
            <a:ext cx="332291" cy="247882"/>
          </a:xfrm>
          <a:custGeom>
            <a:avLst/>
            <a:gdLst>
              <a:gd name="connsiteX0" fmla="*/ 0 w 3571215"/>
              <a:gd name="connsiteY0" fmla="*/ 3023156 h 3737093"/>
              <a:gd name="connsiteX1" fmla="*/ 993291 w 3571215"/>
              <a:gd name="connsiteY1" fmla="*/ 0 h 3737093"/>
              <a:gd name="connsiteX2" fmla="*/ 3571215 w 3571215"/>
              <a:gd name="connsiteY2" fmla="*/ 847006 h 3737093"/>
              <a:gd name="connsiteX3" fmla="*/ 1392370 w 3571215"/>
              <a:gd name="connsiteY3" fmla="*/ 3639100 h 3737093"/>
              <a:gd name="connsiteX4" fmla="*/ 393183 w 3571215"/>
              <a:gd name="connsiteY4" fmla="*/ 3737093 h 3737093"/>
              <a:gd name="connsiteX5" fmla="*/ 0 w 3571215"/>
              <a:gd name="connsiteY5" fmla="*/ 3023156 h 3737093"/>
              <a:gd name="connsiteX0" fmla="*/ 0 w 3571215"/>
              <a:gd name="connsiteY0" fmla="*/ 2176150 h 2890087"/>
              <a:gd name="connsiteX1" fmla="*/ 2472666 w 3571215"/>
              <a:gd name="connsiteY1" fmla="*/ 36067 h 2890087"/>
              <a:gd name="connsiteX2" fmla="*/ 3571215 w 3571215"/>
              <a:gd name="connsiteY2" fmla="*/ 0 h 2890087"/>
              <a:gd name="connsiteX3" fmla="*/ 1392370 w 3571215"/>
              <a:gd name="connsiteY3" fmla="*/ 2792094 h 2890087"/>
              <a:gd name="connsiteX4" fmla="*/ 393183 w 3571215"/>
              <a:gd name="connsiteY4" fmla="*/ 2890087 h 2890087"/>
              <a:gd name="connsiteX5" fmla="*/ 0 w 3571215"/>
              <a:gd name="connsiteY5" fmla="*/ 2176150 h 2890087"/>
              <a:gd name="connsiteX0" fmla="*/ 0 w 3571215"/>
              <a:gd name="connsiteY0" fmla="*/ 2176150 h 2890087"/>
              <a:gd name="connsiteX1" fmla="*/ 2472666 w 3571215"/>
              <a:gd name="connsiteY1" fmla="*/ 36067 h 2890087"/>
              <a:gd name="connsiteX2" fmla="*/ 3571215 w 3571215"/>
              <a:gd name="connsiteY2" fmla="*/ 0 h 2890087"/>
              <a:gd name="connsiteX3" fmla="*/ 2626822 w 3571215"/>
              <a:gd name="connsiteY3" fmla="*/ 1399810 h 2890087"/>
              <a:gd name="connsiteX4" fmla="*/ 393183 w 3571215"/>
              <a:gd name="connsiteY4" fmla="*/ 2890087 h 2890087"/>
              <a:gd name="connsiteX5" fmla="*/ 0 w 3571215"/>
              <a:gd name="connsiteY5" fmla="*/ 2176150 h 2890087"/>
              <a:gd name="connsiteX0" fmla="*/ 0 w 3571215"/>
              <a:gd name="connsiteY0" fmla="*/ 2176150 h 2176150"/>
              <a:gd name="connsiteX1" fmla="*/ 2472666 w 3571215"/>
              <a:gd name="connsiteY1" fmla="*/ 36067 h 2176150"/>
              <a:gd name="connsiteX2" fmla="*/ 3571215 w 3571215"/>
              <a:gd name="connsiteY2" fmla="*/ 0 h 2176150"/>
              <a:gd name="connsiteX3" fmla="*/ 2626822 w 3571215"/>
              <a:gd name="connsiteY3" fmla="*/ 1399810 h 2176150"/>
              <a:gd name="connsiteX4" fmla="*/ 2309686 w 3571215"/>
              <a:gd name="connsiteY4" fmla="*/ 820126 h 2176150"/>
              <a:gd name="connsiteX5" fmla="*/ 0 w 3571215"/>
              <a:gd name="connsiteY5" fmla="*/ 2176150 h 2176150"/>
              <a:gd name="connsiteX0" fmla="*/ 0 w 1957093"/>
              <a:gd name="connsiteY0" fmla="*/ 318772 h 1399810"/>
              <a:gd name="connsiteX1" fmla="*/ 858544 w 1957093"/>
              <a:gd name="connsiteY1" fmla="*/ 36067 h 1399810"/>
              <a:gd name="connsiteX2" fmla="*/ 1957093 w 1957093"/>
              <a:gd name="connsiteY2" fmla="*/ 0 h 1399810"/>
              <a:gd name="connsiteX3" fmla="*/ 1012700 w 1957093"/>
              <a:gd name="connsiteY3" fmla="*/ 1399810 h 1399810"/>
              <a:gd name="connsiteX4" fmla="*/ 695564 w 1957093"/>
              <a:gd name="connsiteY4" fmla="*/ 820126 h 1399810"/>
              <a:gd name="connsiteX5" fmla="*/ 0 w 1957093"/>
              <a:gd name="connsiteY5" fmla="*/ 318772 h 1399810"/>
              <a:gd name="connsiteX0" fmla="*/ 0 w 1957093"/>
              <a:gd name="connsiteY0" fmla="*/ 318772 h 1399810"/>
              <a:gd name="connsiteX1" fmla="*/ 858544 w 1957093"/>
              <a:gd name="connsiteY1" fmla="*/ 36067 h 1399810"/>
              <a:gd name="connsiteX2" fmla="*/ 1957093 w 1957093"/>
              <a:gd name="connsiteY2" fmla="*/ 0 h 1399810"/>
              <a:gd name="connsiteX3" fmla="*/ 1012700 w 1957093"/>
              <a:gd name="connsiteY3" fmla="*/ 1399810 h 1399810"/>
              <a:gd name="connsiteX4" fmla="*/ 172487 w 1957093"/>
              <a:gd name="connsiteY4" fmla="*/ 1221089 h 1399810"/>
              <a:gd name="connsiteX5" fmla="*/ 0 w 1957093"/>
              <a:gd name="connsiteY5" fmla="*/ 318772 h 1399810"/>
              <a:gd name="connsiteX0" fmla="*/ 0 w 1449157"/>
              <a:gd name="connsiteY0" fmla="*/ 282705 h 1363743"/>
              <a:gd name="connsiteX1" fmla="*/ 858544 w 1449157"/>
              <a:gd name="connsiteY1" fmla="*/ 0 h 1363743"/>
              <a:gd name="connsiteX2" fmla="*/ 1449157 w 1449157"/>
              <a:gd name="connsiteY2" fmla="*/ 715834 h 1363743"/>
              <a:gd name="connsiteX3" fmla="*/ 1012700 w 1449157"/>
              <a:gd name="connsiteY3" fmla="*/ 1363743 h 1363743"/>
              <a:gd name="connsiteX4" fmla="*/ 172487 w 1449157"/>
              <a:gd name="connsiteY4" fmla="*/ 1185022 h 1363743"/>
              <a:gd name="connsiteX5" fmla="*/ 0 w 1449157"/>
              <a:gd name="connsiteY5" fmla="*/ 282705 h 1363743"/>
              <a:gd name="connsiteX0" fmla="*/ 0 w 1449157"/>
              <a:gd name="connsiteY0" fmla="*/ 0 h 1081038"/>
              <a:gd name="connsiteX1" fmla="*/ 1449157 w 1449157"/>
              <a:gd name="connsiteY1" fmla="*/ 433129 h 1081038"/>
              <a:gd name="connsiteX2" fmla="*/ 1012700 w 1449157"/>
              <a:gd name="connsiteY2" fmla="*/ 1081038 h 1081038"/>
              <a:gd name="connsiteX3" fmla="*/ 172487 w 1449157"/>
              <a:gd name="connsiteY3" fmla="*/ 902317 h 1081038"/>
              <a:gd name="connsiteX4" fmla="*/ 0 w 1449157"/>
              <a:gd name="connsiteY4" fmla="*/ 0 h 1081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157" h="1081038">
                <a:moveTo>
                  <a:pt x="0" y="0"/>
                </a:moveTo>
                <a:lnTo>
                  <a:pt x="1449157" y="433129"/>
                </a:lnTo>
                <a:lnTo>
                  <a:pt x="1012700" y="1081038"/>
                </a:lnTo>
                <a:lnTo>
                  <a:pt x="172487" y="902317"/>
                </a:lnTo>
                <a:lnTo>
                  <a:pt x="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ED86A7C4-9F1E-4F96-8AD9-5B75BEE364BE}"/>
              </a:ext>
            </a:extLst>
          </p:cNvPr>
          <p:cNvSpPr/>
          <p:nvPr userDrawn="1"/>
        </p:nvSpPr>
        <p:spPr>
          <a:xfrm rot="13336516">
            <a:off x="10313236" y="1084299"/>
            <a:ext cx="648657" cy="777553"/>
          </a:xfrm>
          <a:custGeom>
            <a:avLst/>
            <a:gdLst>
              <a:gd name="connsiteX0" fmla="*/ 0 w 648657"/>
              <a:gd name="connsiteY0" fmla="*/ 777553 h 777553"/>
              <a:gd name="connsiteX1" fmla="*/ 255474 w 648657"/>
              <a:gd name="connsiteY1" fmla="*/ 0 h 777553"/>
              <a:gd name="connsiteX2" fmla="*/ 648657 w 648657"/>
              <a:gd name="connsiteY2" fmla="*/ 713937 h 777553"/>
              <a:gd name="connsiteX3" fmla="*/ 0 w 648657"/>
              <a:gd name="connsiteY3" fmla="*/ 777553 h 777553"/>
            </a:gdLst>
            <a:ahLst/>
            <a:cxnLst>
              <a:cxn ang="0">
                <a:pos x="connsiteX0" y="connsiteY0"/>
              </a:cxn>
              <a:cxn ang="0">
                <a:pos x="connsiteX1" y="connsiteY1"/>
              </a:cxn>
              <a:cxn ang="0">
                <a:pos x="connsiteX2" y="connsiteY2"/>
              </a:cxn>
              <a:cxn ang="0">
                <a:pos x="connsiteX3" y="connsiteY3"/>
              </a:cxn>
            </a:cxnLst>
            <a:rect l="l" t="t" r="r" b="b"/>
            <a:pathLst>
              <a:path w="648657" h="777553">
                <a:moveTo>
                  <a:pt x="0" y="777553"/>
                </a:moveTo>
                <a:lnTo>
                  <a:pt x="255474" y="0"/>
                </a:lnTo>
                <a:lnTo>
                  <a:pt x="648657" y="713937"/>
                </a:lnTo>
                <a:lnTo>
                  <a:pt x="0" y="777553"/>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25">
            <a:extLst>
              <a:ext uri="{FF2B5EF4-FFF2-40B4-BE49-F238E27FC236}">
                <a16:creationId xmlns:a16="http://schemas.microsoft.com/office/drawing/2014/main" id="{B63BFE72-A1DE-4CFE-9B52-553C99D52699}"/>
              </a:ext>
            </a:extLst>
          </p:cNvPr>
          <p:cNvSpPr/>
          <p:nvPr userDrawn="1"/>
        </p:nvSpPr>
        <p:spPr>
          <a:xfrm rot="5738060">
            <a:off x="9844293" y="1032301"/>
            <a:ext cx="692798" cy="510610"/>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Freeform: Shape 29">
            <a:extLst>
              <a:ext uri="{FF2B5EF4-FFF2-40B4-BE49-F238E27FC236}">
                <a16:creationId xmlns:a16="http://schemas.microsoft.com/office/drawing/2014/main" id="{9C266CD9-D77B-4B4D-8673-531E2784C610}"/>
              </a:ext>
            </a:extLst>
          </p:cNvPr>
          <p:cNvSpPr/>
          <p:nvPr userDrawn="1"/>
        </p:nvSpPr>
        <p:spPr>
          <a:xfrm rot="8291645">
            <a:off x="10081798" y="798094"/>
            <a:ext cx="371360" cy="273702"/>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98965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No Graph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310335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6BC25646-06FC-4B3E-A74E-268EB8AEA602}"/>
              </a:ext>
            </a:extLst>
          </p:cNvPr>
          <p:cNvSpPr>
            <a:spLocks noGrp="1"/>
          </p:cNvSpPr>
          <p:nvPr>
            <p:ph type="pic" sz="quarter" idx="12" hasCustomPrompt="1"/>
          </p:nvPr>
        </p:nvSpPr>
        <p:spPr>
          <a:xfrm>
            <a:off x="86715" y="86714"/>
            <a:ext cx="12018572" cy="6684572"/>
          </a:xfrm>
          <a:solidFill>
            <a:schemeClr val="bg1">
              <a:lumMod val="85000"/>
            </a:schemeClr>
          </a:solidFill>
        </p:spPr>
        <p:txBody>
          <a:bodyPr lIns="360000" tIns="360000"/>
          <a:lstStyle>
            <a:lvl1pPr marL="0" indent="0">
              <a:buNone/>
              <a:defRPr sz="1100" i="1">
                <a:latin typeface="Times New Roman" panose="02020603050405020304" pitchFamily="18" charset="0"/>
                <a:cs typeface="Times New Roman" panose="02020603050405020304" pitchFamily="18" charset="0"/>
              </a:defRPr>
            </a:lvl1pPr>
          </a:lstStyle>
          <a:p>
            <a:r>
              <a:rPr lang="en-US" noProof="0" dirty="0"/>
              <a:t>Insert or Drag and Drop Image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494607" y="2237328"/>
            <a:ext cx="7202786" cy="1449788"/>
          </a:xfrm>
          <a:solidFill>
            <a:schemeClr val="tx1">
              <a:alpha val="80000"/>
            </a:schemeClr>
          </a:solidFill>
        </p:spPr>
        <p:txBody>
          <a:bodyPr lIns="288000" rIns="2160000" bIns="144000" anchor="b" anchorCtr="0"/>
          <a:lstStyle>
            <a:lvl1pPr algn="r">
              <a:defRPr sz="6600" spc="-150">
                <a:solidFill>
                  <a:schemeClr val="bg1"/>
                </a:solidFill>
              </a:defRPr>
            </a:lvl1pPr>
          </a:lstStyle>
          <a:p>
            <a:r>
              <a:rPr lang="en-US" noProof="0"/>
              <a:t>Thank You</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2494607" y="3684672"/>
            <a:ext cx="5282503" cy="1604172"/>
          </a:xfrm>
          <a:solidFill>
            <a:schemeClr val="tx1">
              <a:alpha val="90000"/>
            </a:schemeClr>
          </a:solidFill>
        </p:spPr>
        <p:txBody>
          <a:bodyPr lIns="216000" tIns="144000" rIns="576000"/>
          <a:lstStyle>
            <a:lvl1pPr marL="0" indent="0" algn="r">
              <a:buNone/>
              <a:defRPr sz="21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cxnSp>
        <p:nvCxnSpPr>
          <p:cNvPr id="5" name="Straight Connector 4">
            <a:extLst>
              <a:ext uri="{FF2B5EF4-FFF2-40B4-BE49-F238E27FC236}">
                <a16:creationId xmlns:a16="http://schemas.microsoft.com/office/drawing/2014/main" id="{9688AEDF-1396-4322-8818-9D1C7976FCDF}"/>
              </a:ext>
            </a:extLst>
          </p:cNvPr>
          <p:cNvCxnSpPr>
            <a:cxnSpLocks/>
          </p:cNvCxnSpPr>
          <p:nvPr userDrawn="1"/>
        </p:nvCxnSpPr>
        <p:spPr>
          <a:xfrm>
            <a:off x="7777113" y="2412127"/>
            <a:ext cx="0" cy="110019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C122267-81F5-4D7C-8854-830FD491A4E9}"/>
              </a:ext>
            </a:extLst>
          </p:cNvPr>
          <p:cNvSpPr>
            <a:spLocks noGrp="1"/>
          </p:cNvSpPr>
          <p:nvPr>
            <p:ph type="body" sz="quarter" idx="13" hasCustomPrompt="1"/>
          </p:nvPr>
        </p:nvSpPr>
        <p:spPr>
          <a:xfrm>
            <a:off x="2667000" y="4142258"/>
            <a:ext cx="4508500" cy="277342"/>
          </a:xfrm>
        </p:spPr>
        <p:txBody>
          <a:bodyPr anchor="ctr"/>
          <a:lstStyle>
            <a:lvl1pPr marL="0" indent="0" algn="r">
              <a:lnSpc>
                <a:spcPct val="100000"/>
              </a:lnSpc>
              <a:buNone/>
              <a:defRPr sz="1600">
                <a:solidFill>
                  <a:schemeClr val="bg1"/>
                </a:solidFill>
              </a:defRPr>
            </a:lvl1pPr>
            <a:lvl2pPr marL="266700" indent="0" algn="r">
              <a:buNone/>
              <a:defRPr>
                <a:solidFill>
                  <a:schemeClr val="bg1"/>
                </a:solidFill>
              </a:defRPr>
            </a:lvl2pPr>
            <a:lvl3pPr marL="542925" indent="0" algn="r">
              <a:buNone/>
              <a:defRPr>
                <a:solidFill>
                  <a:schemeClr val="bg1"/>
                </a:solidFill>
              </a:defRPr>
            </a:lvl3pPr>
            <a:lvl4pPr marL="809625" indent="0" algn="r">
              <a:buNone/>
              <a:defRPr>
                <a:solidFill>
                  <a:schemeClr val="bg1"/>
                </a:solidFill>
              </a:defRPr>
            </a:lvl4pPr>
            <a:lvl5pPr marL="1076325" indent="0" algn="r">
              <a:buNone/>
              <a:defRPr>
                <a:solidFill>
                  <a:schemeClr val="bg1"/>
                </a:solidFill>
              </a:defRPr>
            </a:lvl5pPr>
          </a:lstStyle>
          <a:p>
            <a:pPr lvl="0"/>
            <a:r>
              <a:rPr lang="en-US" noProof="0"/>
              <a:t>Contact Number</a:t>
            </a:r>
          </a:p>
        </p:txBody>
      </p:sp>
      <p:sp>
        <p:nvSpPr>
          <p:cNvPr id="9" name="Text Placeholder 5">
            <a:extLst>
              <a:ext uri="{FF2B5EF4-FFF2-40B4-BE49-F238E27FC236}">
                <a16:creationId xmlns:a16="http://schemas.microsoft.com/office/drawing/2014/main" id="{D1624B9A-AB57-40B6-89A6-D34ED60BBF00}"/>
              </a:ext>
            </a:extLst>
          </p:cNvPr>
          <p:cNvSpPr>
            <a:spLocks noGrp="1"/>
          </p:cNvSpPr>
          <p:nvPr>
            <p:ph type="body" sz="quarter" idx="14" hasCustomPrompt="1"/>
          </p:nvPr>
        </p:nvSpPr>
        <p:spPr>
          <a:xfrm>
            <a:off x="2667000" y="4448040"/>
            <a:ext cx="4508500" cy="277342"/>
          </a:xfrm>
        </p:spPr>
        <p:txBody>
          <a:bodyPr anchor="ctr"/>
          <a:lstStyle>
            <a:lvl1pPr marL="0" indent="0" algn="r">
              <a:lnSpc>
                <a:spcPct val="100000"/>
              </a:lnSpc>
              <a:buNone/>
              <a:defRPr sz="1600">
                <a:solidFill>
                  <a:schemeClr val="bg1"/>
                </a:solidFill>
              </a:defRPr>
            </a:lvl1pPr>
            <a:lvl2pPr marL="266700" indent="0" algn="r">
              <a:buNone/>
              <a:defRPr>
                <a:solidFill>
                  <a:schemeClr val="bg1"/>
                </a:solidFill>
              </a:defRPr>
            </a:lvl2pPr>
            <a:lvl3pPr marL="542925" indent="0" algn="r">
              <a:buNone/>
              <a:defRPr>
                <a:solidFill>
                  <a:schemeClr val="bg1"/>
                </a:solidFill>
              </a:defRPr>
            </a:lvl3pPr>
            <a:lvl4pPr marL="809625" indent="0" algn="r">
              <a:buNone/>
              <a:defRPr>
                <a:solidFill>
                  <a:schemeClr val="bg1"/>
                </a:solidFill>
              </a:defRPr>
            </a:lvl4pPr>
            <a:lvl5pPr marL="1076325" indent="0" algn="r">
              <a:buNone/>
              <a:defRPr>
                <a:solidFill>
                  <a:schemeClr val="bg1"/>
                </a:solidFill>
              </a:defRPr>
            </a:lvl5pPr>
          </a:lstStyle>
          <a:p>
            <a:pPr lvl="0"/>
            <a:r>
              <a:rPr lang="en-US" noProof="0"/>
              <a:t>Email or Social Media Handle</a:t>
            </a:r>
          </a:p>
        </p:txBody>
      </p:sp>
      <p:sp>
        <p:nvSpPr>
          <p:cNvPr id="8" name="Picture Placeholder 5">
            <a:extLst>
              <a:ext uri="{FF2B5EF4-FFF2-40B4-BE49-F238E27FC236}">
                <a16:creationId xmlns:a16="http://schemas.microsoft.com/office/drawing/2014/main" id="{61EA5FFD-797F-43FF-B13A-5DA8C820EE22}"/>
              </a:ext>
            </a:extLst>
          </p:cNvPr>
          <p:cNvSpPr>
            <a:spLocks noGrp="1"/>
          </p:cNvSpPr>
          <p:nvPr>
            <p:ph type="pic" sz="quarter" idx="15" hasCustomPrompt="1"/>
          </p:nvPr>
        </p:nvSpPr>
        <p:spPr>
          <a:xfrm>
            <a:off x="8065008" y="2587752"/>
            <a:ext cx="1344168" cy="704088"/>
          </a:xfrm>
        </p:spPr>
        <p:txBody>
          <a:bodyPr/>
          <a:lstStyle>
            <a:lvl1pPr marL="0" indent="0">
              <a:buNone/>
              <a:defRPr>
                <a:solidFill>
                  <a:schemeClr val="bg1"/>
                </a:solidFill>
              </a:defRPr>
            </a:lvl1pPr>
          </a:lstStyle>
          <a:p>
            <a:r>
              <a:rPr lang="en-US" noProof="0" dirty="0"/>
              <a:t>Logo</a:t>
            </a:r>
          </a:p>
        </p:txBody>
      </p:sp>
      <p:sp>
        <p:nvSpPr>
          <p:cNvPr id="10" name="Text Placeholder 5">
            <a:extLst>
              <a:ext uri="{FF2B5EF4-FFF2-40B4-BE49-F238E27FC236}">
                <a16:creationId xmlns:a16="http://schemas.microsoft.com/office/drawing/2014/main" id="{7436EF9B-F86C-114A-BB87-C439E5F12997}"/>
              </a:ext>
            </a:extLst>
          </p:cNvPr>
          <p:cNvSpPr>
            <a:spLocks noGrp="1"/>
          </p:cNvSpPr>
          <p:nvPr>
            <p:ph type="body" sz="quarter" idx="16" hasCustomPrompt="1"/>
          </p:nvPr>
        </p:nvSpPr>
        <p:spPr>
          <a:xfrm>
            <a:off x="2667000" y="4753821"/>
            <a:ext cx="4508500" cy="277342"/>
          </a:xfrm>
        </p:spPr>
        <p:txBody>
          <a:bodyPr anchor="ctr"/>
          <a:lstStyle>
            <a:lvl1pPr marL="0" indent="0" algn="r">
              <a:lnSpc>
                <a:spcPct val="100000"/>
              </a:lnSpc>
              <a:buNone/>
              <a:defRPr sz="1600">
                <a:solidFill>
                  <a:schemeClr val="bg1"/>
                </a:solidFill>
              </a:defRPr>
            </a:lvl1pPr>
            <a:lvl2pPr marL="266700" indent="0" algn="r">
              <a:buNone/>
              <a:defRPr>
                <a:solidFill>
                  <a:schemeClr val="bg1"/>
                </a:solidFill>
              </a:defRPr>
            </a:lvl2pPr>
            <a:lvl3pPr marL="542925" indent="0" algn="r">
              <a:buNone/>
              <a:defRPr>
                <a:solidFill>
                  <a:schemeClr val="bg1"/>
                </a:solidFill>
              </a:defRPr>
            </a:lvl3pPr>
            <a:lvl4pPr marL="809625" indent="0" algn="r">
              <a:buNone/>
              <a:defRPr>
                <a:solidFill>
                  <a:schemeClr val="bg1"/>
                </a:solidFill>
              </a:defRPr>
            </a:lvl4pPr>
            <a:lvl5pPr marL="1076325" indent="0" algn="r">
              <a:buNone/>
              <a:defRPr>
                <a:solidFill>
                  <a:schemeClr val="bg1"/>
                </a:solidFill>
              </a:defRPr>
            </a:lvl5pPr>
          </a:lstStyle>
          <a:p>
            <a:pPr lvl="0"/>
            <a:r>
              <a:rPr lang="en-US" noProof="0"/>
              <a:t>Website Address</a:t>
            </a:r>
          </a:p>
        </p:txBody>
      </p:sp>
    </p:spTree>
    <p:extLst>
      <p:ext uri="{BB962C8B-B14F-4D97-AF65-F5344CB8AC3E}">
        <p14:creationId xmlns:p14="http://schemas.microsoft.com/office/powerpoint/2010/main" val="3475950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0" y="1768422"/>
            <a:ext cx="6840000" cy="2387600"/>
          </a:xfrm>
          <a:solidFill>
            <a:schemeClr val="tx1">
              <a:alpha val="80000"/>
            </a:schemeClr>
          </a:solidFill>
        </p:spPr>
        <p:txBody>
          <a:bodyPr lIns="432000" rIns="432000" bIns="144000" anchor="b"/>
          <a:lstStyle>
            <a:lvl1pPr algn="l">
              <a:defRPr sz="4200" spc="-150">
                <a:solidFill>
                  <a:schemeClr val="bg1"/>
                </a:solidFill>
              </a:defRPr>
            </a:lvl1pPr>
          </a:lstStyle>
          <a:p>
            <a:r>
              <a:rPr lang="en-US" noProof="0"/>
              <a:t>Click to edit Master </a:t>
            </a:r>
            <a:br>
              <a:rPr lang="en-US" noProof="0"/>
            </a:br>
            <a:r>
              <a:rPr lang="en-US" noProof="0"/>
              <a:t>title style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0" y="4153578"/>
            <a:ext cx="6840000" cy="936000"/>
          </a:xfrm>
          <a:solidFill>
            <a:schemeClr val="tx1">
              <a:alpha val="90000"/>
            </a:schemeClr>
          </a:solidFill>
        </p:spPr>
        <p:txBody>
          <a:bodyPr lIns="432000" tIns="144000"/>
          <a:lstStyle>
            <a:lvl1pPr marL="0" indent="0" algn="l">
              <a:buNone/>
              <a:defRPr sz="21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Freeform: Shape 4">
            <a:extLst>
              <a:ext uri="{FF2B5EF4-FFF2-40B4-BE49-F238E27FC236}">
                <a16:creationId xmlns:a16="http://schemas.microsoft.com/office/drawing/2014/main" id="{13A733F0-30A3-4125-9B9B-2A07E1461F1B}"/>
              </a:ext>
            </a:extLst>
          </p:cNvPr>
          <p:cNvSpPr/>
          <p:nvPr userDrawn="1"/>
        </p:nvSpPr>
        <p:spPr>
          <a:xfrm rot="4308689">
            <a:off x="8139110" y="-52404"/>
            <a:ext cx="648657" cy="777553"/>
          </a:xfrm>
          <a:custGeom>
            <a:avLst/>
            <a:gdLst>
              <a:gd name="connsiteX0" fmla="*/ 0 w 648657"/>
              <a:gd name="connsiteY0" fmla="*/ 777553 h 777553"/>
              <a:gd name="connsiteX1" fmla="*/ 255474 w 648657"/>
              <a:gd name="connsiteY1" fmla="*/ 0 h 777553"/>
              <a:gd name="connsiteX2" fmla="*/ 648657 w 648657"/>
              <a:gd name="connsiteY2" fmla="*/ 713937 h 777553"/>
              <a:gd name="connsiteX3" fmla="*/ 0 w 648657"/>
              <a:gd name="connsiteY3" fmla="*/ 777553 h 777553"/>
            </a:gdLst>
            <a:ahLst/>
            <a:cxnLst>
              <a:cxn ang="0">
                <a:pos x="connsiteX0" y="connsiteY0"/>
              </a:cxn>
              <a:cxn ang="0">
                <a:pos x="connsiteX1" y="connsiteY1"/>
              </a:cxn>
              <a:cxn ang="0">
                <a:pos x="connsiteX2" y="connsiteY2"/>
              </a:cxn>
              <a:cxn ang="0">
                <a:pos x="connsiteX3" y="connsiteY3"/>
              </a:cxn>
            </a:cxnLst>
            <a:rect l="l" t="t" r="r" b="b"/>
            <a:pathLst>
              <a:path w="648657" h="777553">
                <a:moveTo>
                  <a:pt x="0" y="777553"/>
                </a:moveTo>
                <a:lnTo>
                  <a:pt x="255474" y="0"/>
                </a:lnTo>
                <a:lnTo>
                  <a:pt x="648657" y="713937"/>
                </a:lnTo>
                <a:lnTo>
                  <a:pt x="0" y="777553"/>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Freeform: Shape 5">
            <a:extLst>
              <a:ext uri="{FF2B5EF4-FFF2-40B4-BE49-F238E27FC236}">
                <a16:creationId xmlns:a16="http://schemas.microsoft.com/office/drawing/2014/main" id="{9E236A80-227E-4FE4-AA47-7802636969A0}"/>
              </a:ext>
            </a:extLst>
          </p:cNvPr>
          <p:cNvSpPr/>
          <p:nvPr userDrawn="1"/>
        </p:nvSpPr>
        <p:spPr>
          <a:xfrm rot="4308689">
            <a:off x="8878526" y="-532562"/>
            <a:ext cx="3571215" cy="3737093"/>
          </a:xfrm>
          <a:custGeom>
            <a:avLst/>
            <a:gdLst>
              <a:gd name="connsiteX0" fmla="*/ 0 w 3571215"/>
              <a:gd name="connsiteY0" fmla="*/ 3023156 h 3737093"/>
              <a:gd name="connsiteX1" fmla="*/ 993291 w 3571215"/>
              <a:gd name="connsiteY1" fmla="*/ 0 h 3737093"/>
              <a:gd name="connsiteX2" fmla="*/ 3571215 w 3571215"/>
              <a:gd name="connsiteY2" fmla="*/ 847006 h 3737093"/>
              <a:gd name="connsiteX3" fmla="*/ 1392370 w 3571215"/>
              <a:gd name="connsiteY3" fmla="*/ 3639100 h 3737093"/>
              <a:gd name="connsiteX4" fmla="*/ 393183 w 3571215"/>
              <a:gd name="connsiteY4" fmla="*/ 3737093 h 3737093"/>
              <a:gd name="connsiteX5" fmla="*/ 0 w 3571215"/>
              <a:gd name="connsiteY5" fmla="*/ 3023156 h 373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215" h="3737093">
                <a:moveTo>
                  <a:pt x="0" y="3023156"/>
                </a:moveTo>
                <a:lnTo>
                  <a:pt x="993291" y="0"/>
                </a:lnTo>
                <a:lnTo>
                  <a:pt x="3571215" y="847006"/>
                </a:lnTo>
                <a:lnTo>
                  <a:pt x="1392370" y="3639100"/>
                </a:lnTo>
                <a:lnTo>
                  <a:pt x="393183" y="3737093"/>
                </a:lnTo>
                <a:lnTo>
                  <a:pt x="0" y="302315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6">
            <a:extLst>
              <a:ext uri="{FF2B5EF4-FFF2-40B4-BE49-F238E27FC236}">
                <a16:creationId xmlns:a16="http://schemas.microsoft.com/office/drawing/2014/main" id="{AAF58058-47D7-451D-B2D5-713873CFA06B}"/>
              </a:ext>
            </a:extLst>
          </p:cNvPr>
          <p:cNvSpPr/>
          <p:nvPr userDrawn="1"/>
        </p:nvSpPr>
        <p:spPr>
          <a:xfrm rot="4308689">
            <a:off x="9191192" y="1651650"/>
            <a:ext cx="1980696" cy="2066510"/>
          </a:xfrm>
          <a:custGeom>
            <a:avLst/>
            <a:gdLst>
              <a:gd name="connsiteX0" fmla="*/ 0 w 1980696"/>
              <a:gd name="connsiteY0" fmla="*/ 2066510 h 2066510"/>
              <a:gd name="connsiteX1" fmla="*/ 1138078 w 1980696"/>
              <a:gd name="connsiteY1" fmla="*/ 0 h 2066510"/>
              <a:gd name="connsiteX2" fmla="*/ 1980696 w 1980696"/>
              <a:gd name="connsiteY2" fmla="*/ 1530016 h 2066510"/>
              <a:gd name="connsiteX3" fmla="*/ 1459417 w 1980696"/>
              <a:gd name="connsiteY3" fmla="*/ 2066510 h 2066510"/>
            </a:gdLst>
            <a:ahLst/>
            <a:cxnLst>
              <a:cxn ang="0">
                <a:pos x="connsiteX0" y="connsiteY0"/>
              </a:cxn>
              <a:cxn ang="0">
                <a:pos x="connsiteX1" y="connsiteY1"/>
              </a:cxn>
              <a:cxn ang="0">
                <a:pos x="connsiteX2" y="connsiteY2"/>
              </a:cxn>
              <a:cxn ang="0">
                <a:pos x="connsiteX3" y="connsiteY3"/>
              </a:cxn>
            </a:cxnLst>
            <a:rect l="l" t="t" r="r" b="b"/>
            <a:pathLst>
              <a:path w="1980696" h="2066510">
                <a:moveTo>
                  <a:pt x="0" y="2066510"/>
                </a:moveTo>
                <a:lnTo>
                  <a:pt x="1138078" y="0"/>
                </a:lnTo>
                <a:lnTo>
                  <a:pt x="1980696" y="1530016"/>
                </a:lnTo>
                <a:lnTo>
                  <a:pt x="1459417" y="206651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E6D9AC51-13A8-43F2-B0AE-A475CD84575E}"/>
              </a:ext>
            </a:extLst>
          </p:cNvPr>
          <p:cNvSpPr/>
          <p:nvPr userDrawn="1"/>
        </p:nvSpPr>
        <p:spPr>
          <a:xfrm rot="13830869">
            <a:off x="9457431" y="3977898"/>
            <a:ext cx="346713" cy="206124"/>
          </a:xfrm>
          <a:custGeom>
            <a:avLst/>
            <a:gdLst>
              <a:gd name="connsiteX0" fmla="*/ 346713 w 346713"/>
              <a:gd name="connsiteY0" fmla="*/ 206124 h 206124"/>
              <a:gd name="connsiteX1" fmla="*/ 0 w 346713"/>
              <a:gd name="connsiteY1" fmla="*/ 206124 h 206124"/>
              <a:gd name="connsiteX2" fmla="*/ 86666 w 346713"/>
              <a:gd name="connsiteY2" fmla="*/ 0 h 206124"/>
              <a:gd name="connsiteX3" fmla="*/ 346713 w 346713"/>
              <a:gd name="connsiteY3" fmla="*/ 206124 h 206124"/>
            </a:gdLst>
            <a:ahLst/>
            <a:cxnLst>
              <a:cxn ang="0">
                <a:pos x="connsiteX0" y="connsiteY0"/>
              </a:cxn>
              <a:cxn ang="0">
                <a:pos x="connsiteX1" y="connsiteY1"/>
              </a:cxn>
              <a:cxn ang="0">
                <a:pos x="connsiteX2" y="connsiteY2"/>
              </a:cxn>
              <a:cxn ang="0">
                <a:pos x="connsiteX3" y="connsiteY3"/>
              </a:cxn>
            </a:cxnLst>
            <a:rect l="l" t="t" r="r" b="b"/>
            <a:pathLst>
              <a:path w="346713" h="206124">
                <a:moveTo>
                  <a:pt x="346713" y="206124"/>
                </a:moveTo>
                <a:lnTo>
                  <a:pt x="0" y="206124"/>
                </a:lnTo>
                <a:lnTo>
                  <a:pt x="86666" y="0"/>
                </a:lnTo>
                <a:lnTo>
                  <a:pt x="346713" y="20612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CBA8CC4C-FA3C-45FB-A5CE-C0F41063A4AA}"/>
              </a:ext>
            </a:extLst>
          </p:cNvPr>
          <p:cNvSpPr/>
          <p:nvPr userDrawn="1"/>
        </p:nvSpPr>
        <p:spPr>
          <a:xfrm rot="12431080">
            <a:off x="9528615" y="3713859"/>
            <a:ext cx="710669" cy="335543"/>
          </a:xfrm>
          <a:custGeom>
            <a:avLst/>
            <a:gdLst>
              <a:gd name="connsiteX0" fmla="*/ 710669 w 710669"/>
              <a:gd name="connsiteY0" fmla="*/ 176660 h 335543"/>
              <a:gd name="connsiteX1" fmla="*/ 0 w 710669"/>
              <a:gd name="connsiteY1" fmla="*/ 335543 h 335543"/>
              <a:gd name="connsiteX2" fmla="*/ 141082 w 710669"/>
              <a:gd name="connsiteY2" fmla="*/ 0 h 335543"/>
              <a:gd name="connsiteX3" fmla="*/ 487795 w 710669"/>
              <a:gd name="connsiteY3" fmla="*/ 0 h 335543"/>
              <a:gd name="connsiteX4" fmla="*/ 710669 w 710669"/>
              <a:gd name="connsiteY4" fmla="*/ 176660 h 335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69" h="335543">
                <a:moveTo>
                  <a:pt x="710669" y="176660"/>
                </a:moveTo>
                <a:lnTo>
                  <a:pt x="0" y="335543"/>
                </a:lnTo>
                <a:lnTo>
                  <a:pt x="141082" y="0"/>
                </a:lnTo>
                <a:lnTo>
                  <a:pt x="487795" y="0"/>
                </a:lnTo>
                <a:lnTo>
                  <a:pt x="710669" y="17666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320D0EA4-6C0E-4F3B-B209-84132CF9DCEE}"/>
              </a:ext>
            </a:extLst>
          </p:cNvPr>
          <p:cNvSpPr/>
          <p:nvPr userDrawn="1"/>
        </p:nvSpPr>
        <p:spPr>
          <a:xfrm rot="4308689">
            <a:off x="8785444" y="1075879"/>
            <a:ext cx="1246227" cy="1580187"/>
          </a:xfrm>
          <a:custGeom>
            <a:avLst/>
            <a:gdLst>
              <a:gd name="connsiteX0" fmla="*/ 0 w 1980696"/>
              <a:gd name="connsiteY0" fmla="*/ 2066510 h 2066510"/>
              <a:gd name="connsiteX1" fmla="*/ 1138078 w 1980696"/>
              <a:gd name="connsiteY1" fmla="*/ 0 h 2066510"/>
              <a:gd name="connsiteX2" fmla="*/ 1980696 w 1980696"/>
              <a:gd name="connsiteY2" fmla="*/ 1530016 h 2066510"/>
              <a:gd name="connsiteX3" fmla="*/ 1459417 w 1980696"/>
              <a:gd name="connsiteY3" fmla="*/ 2066510 h 2066510"/>
              <a:gd name="connsiteX0" fmla="*/ 0 w 1980696"/>
              <a:gd name="connsiteY0" fmla="*/ 1680311 h 1680311"/>
              <a:gd name="connsiteX1" fmla="*/ 1337031 w 1980696"/>
              <a:gd name="connsiteY1" fmla="*/ 0 h 1680311"/>
              <a:gd name="connsiteX2" fmla="*/ 1980696 w 1980696"/>
              <a:gd name="connsiteY2" fmla="*/ 1143817 h 1680311"/>
              <a:gd name="connsiteX3" fmla="*/ 1459417 w 1980696"/>
              <a:gd name="connsiteY3" fmla="*/ 1680311 h 1680311"/>
              <a:gd name="connsiteX4" fmla="*/ 0 w 1980696"/>
              <a:gd name="connsiteY4" fmla="*/ 1680311 h 1680311"/>
              <a:gd name="connsiteX0" fmla="*/ 0 w 1459417"/>
              <a:gd name="connsiteY0" fmla="*/ 1680311 h 1680311"/>
              <a:gd name="connsiteX1" fmla="*/ 1337031 w 1459417"/>
              <a:gd name="connsiteY1" fmla="*/ 0 h 1680311"/>
              <a:gd name="connsiteX2" fmla="*/ 1360698 w 1459417"/>
              <a:gd name="connsiteY2" fmla="*/ 208215 h 1680311"/>
              <a:gd name="connsiteX3" fmla="*/ 1459417 w 1459417"/>
              <a:gd name="connsiteY3" fmla="*/ 1680311 h 1680311"/>
              <a:gd name="connsiteX4" fmla="*/ 0 w 1459417"/>
              <a:gd name="connsiteY4" fmla="*/ 1680311 h 1680311"/>
              <a:gd name="connsiteX0" fmla="*/ 0 w 1360698"/>
              <a:gd name="connsiteY0" fmla="*/ 1680311 h 1688402"/>
              <a:gd name="connsiteX1" fmla="*/ 1337031 w 1360698"/>
              <a:gd name="connsiteY1" fmla="*/ 0 h 1688402"/>
              <a:gd name="connsiteX2" fmla="*/ 1360698 w 1360698"/>
              <a:gd name="connsiteY2" fmla="*/ 208215 h 1688402"/>
              <a:gd name="connsiteX3" fmla="*/ 278710 w 1360698"/>
              <a:gd name="connsiteY3" fmla="*/ 1688402 h 1688402"/>
              <a:gd name="connsiteX4" fmla="*/ 0 w 1360698"/>
              <a:gd name="connsiteY4" fmla="*/ 1680311 h 1688402"/>
              <a:gd name="connsiteX0" fmla="*/ 0 w 1360698"/>
              <a:gd name="connsiteY0" fmla="*/ 1680311 h 1698354"/>
              <a:gd name="connsiteX1" fmla="*/ 1337031 w 1360698"/>
              <a:gd name="connsiteY1" fmla="*/ 0 h 1698354"/>
              <a:gd name="connsiteX2" fmla="*/ 1360698 w 1360698"/>
              <a:gd name="connsiteY2" fmla="*/ 208215 h 1698354"/>
              <a:gd name="connsiteX3" fmla="*/ 415804 w 1360698"/>
              <a:gd name="connsiteY3" fmla="*/ 1698354 h 1698354"/>
              <a:gd name="connsiteX4" fmla="*/ 0 w 1360698"/>
              <a:gd name="connsiteY4" fmla="*/ 1680311 h 1698354"/>
              <a:gd name="connsiteX0" fmla="*/ 0 w 1360698"/>
              <a:gd name="connsiteY0" fmla="*/ 1556337 h 1574380"/>
              <a:gd name="connsiteX1" fmla="*/ 1226116 w 1360698"/>
              <a:gd name="connsiteY1" fmla="*/ 0 h 1574380"/>
              <a:gd name="connsiteX2" fmla="*/ 1360698 w 1360698"/>
              <a:gd name="connsiteY2" fmla="*/ 84241 h 1574380"/>
              <a:gd name="connsiteX3" fmla="*/ 415804 w 1360698"/>
              <a:gd name="connsiteY3" fmla="*/ 1574380 h 1574380"/>
              <a:gd name="connsiteX4" fmla="*/ 0 w 1360698"/>
              <a:gd name="connsiteY4" fmla="*/ 1556337 h 1574380"/>
              <a:gd name="connsiteX0" fmla="*/ 0 w 1303560"/>
              <a:gd name="connsiteY0" fmla="*/ 1556337 h 1574380"/>
              <a:gd name="connsiteX1" fmla="*/ 1226116 w 1303560"/>
              <a:gd name="connsiteY1" fmla="*/ 0 h 1574380"/>
              <a:gd name="connsiteX2" fmla="*/ 1303560 w 1303560"/>
              <a:gd name="connsiteY2" fmla="*/ 105569 h 1574380"/>
              <a:gd name="connsiteX3" fmla="*/ 415804 w 1303560"/>
              <a:gd name="connsiteY3" fmla="*/ 1574380 h 1574380"/>
              <a:gd name="connsiteX4" fmla="*/ 0 w 1303560"/>
              <a:gd name="connsiteY4" fmla="*/ 1556337 h 1574380"/>
              <a:gd name="connsiteX0" fmla="*/ 0 w 1246227"/>
              <a:gd name="connsiteY0" fmla="*/ 1580187 h 1580187"/>
              <a:gd name="connsiteX1" fmla="*/ 1168783 w 1246227"/>
              <a:gd name="connsiteY1" fmla="*/ 0 h 1580187"/>
              <a:gd name="connsiteX2" fmla="*/ 1246227 w 1246227"/>
              <a:gd name="connsiteY2" fmla="*/ 105569 h 1580187"/>
              <a:gd name="connsiteX3" fmla="*/ 358471 w 1246227"/>
              <a:gd name="connsiteY3" fmla="*/ 1574380 h 1580187"/>
              <a:gd name="connsiteX4" fmla="*/ 0 w 1246227"/>
              <a:gd name="connsiteY4" fmla="*/ 1580187 h 1580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227" h="1580187">
                <a:moveTo>
                  <a:pt x="0" y="1580187"/>
                </a:moveTo>
                <a:lnTo>
                  <a:pt x="1168783" y="0"/>
                </a:lnTo>
                <a:lnTo>
                  <a:pt x="1246227" y="105569"/>
                </a:lnTo>
                <a:lnTo>
                  <a:pt x="358471" y="1574380"/>
                </a:lnTo>
                <a:lnTo>
                  <a:pt x="0" y="158018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B2637900-ABE5-44BB-8955-B59B20FACF68}"/>
              </a:ext>
            </a:extLst>
          </p:cNvPr>
          <p:cNvSpPr/>
          <p:nvPr userDrawn="1"/>
        </p:nvSpPr>
        <p:spPr>
          <a:xfrm rot="17193105">
            <a:off x="11374788" y="2846425"/>
            <a:ext cx="243160" cy="406553"/>
          </a:xfrm>
          <a:custGeom>
            <a:avLst/>
            <a:gdLst>
              <a:gd name="connsiteX0" fmla="*/ 243160 w 243160"/>
              <a:gd name="connsiteY0" fmla="*/ 342071 h 406553"/>
              <a:gd name="connsiteX1" fmla="*/ 156493 w 243160"/>
              <a:gd name="connsiteY1" fmla="*/ 406553 h 406553"/>
              <a:gd name="connsiteX2" fmla="*/ 0 w 243160"/>
              <a:gd name="connsiteY2" fmla="*/ 0 h 406553"/>
              <a:gd name="connsiteX3" fmla="*/ 243160 w 243160"/>
              <a:gd name="connsiteY3" fmla="*/ 342071 h 406553"/>
            </a:gdLst>
            <a:ahLst/>
            <a:cxnLst>
              <a:cxn ang="0">
                <a:pos x="connsiteX0" y="connsiteY0"/>
              </a:cxn>
              <a:cxn ang="0">
                <a:pos x="connsiteX1" y="connsiteY1"/>
              </a:cxn>
              <a:cxn ang="0">
                <a:pos x="connsiteX2" y="connsiteY2"/>
              </a:cxn>
              <a:cxn ang="0">
                <a:pos x="connsiteX3" y="connsiteY3"/>
              </a:cxn>
            </a:cxnLst>
            <a:rect l="l" t="t" r="r" b="b"/>
            <a:pathLst>
              <a:path w="243160" h="406553">
                <a:moveTo>
                  <a:pt x="243160" y="342071"/>
                </a:moveTo>
                <a:lnTo>
                  <a:pt x="156493" y="406553"/>
                </a:lnTo>
                <a:lnTo>
                  <a:pt x="0" y="0"/>
                </a:lnTo>
                <a:lnTo>
                  <a:pt x="243160" y="34207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878CEF9-0D4E-43CF-A1AC-B8A752A7EDD3}"/>
              </a:ext>
            </a:extLst>
          </p:cNvPr>
          <p:cNvSpPr/>
          <p:nvPr userDrawn="1"/>
        </p:nvSpPr>
        <p:spPr>
          <a:xfrm rot="17193105">
            <a:off x="10879052" y="2627354"/>
            <a:ext cx="692798" cy="510610"/>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5157165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74E1F0E-A827-4F38-BAAB-5D5831E0813A}"/>
              </a:ext>
            </a:extLst>
          </p:cNvPr>
          <p:cNvSpPr/>
          <p:nvPr userDrawn="1"/>
        </p:nvSpPr>
        <p:spPr>
          <a:xfrm>
            <a:off x="0" y="6771286"/>
            <a:ext cx="12192000" cy="8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1B7D9229-CE8B-44FD-B1E6-2FE619F40B4F}"/>
              </a:ext>
            </a:extLst>
          </p:cNvPr>
          <p:cNvSpPr/>
          <p:nvPr userDrawn="1"/>
        </p:nvSpPr>
        <p:spPr>
          <a:xfrm>
            <a:off x="0" y="0"/>
            <a:ext cx="12192000" cy="8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4683AF15-88E9-4D75-9D5E-7E4924887E91}"/>
              </a:ext>
            </a:extLst>
          </p:cNvPr>
          <p:cNvSpPr/>
          <p:nvPr userDrawn="1"/>
        </p:nvSpPr>
        <p:spPr>
          <a:xfrm rot="5400000">
            <a:off x="-3385643" y="3385642"/>
            <a:ext cx="6858001" cy="8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D3B18E46-480F-48E8-9675-259D3D06A00D}"/>
              </a:ext>
            </a:extLst>
          </p:cNvPr>
          <p:cNvSpPr/>
          <p:nvPr userDrawn="1"/>
        </p:nvSpPr>
        <p:spPr>
          <a:xfrm rot="5400000">
            <a:off x="8719643" y="3385643"/>
            <a:ext cx="6858000" cy="8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095999" y="86714"/>
            <a:ext cx="6009287" cy="4068402"/>
          </a:xfrm>
          <a:solidFill>
            <a:schemeClr val="tx1">
              <a:alpha val="80000"/>
            </a:schemeClr>
          </a:solidFill>
        </p:spPr>
        <p:txBody>
          <a:bodyPr lIns="288000" rIns="432000" bIns="144000" anchor="b"/>
          <a:lstStyle>
            <a:lvl1pPr algn="r">
              <a:defRPr sz="4200" spc="-150">
                <a:solidFill>
                  <a:schemeClr val="bg1"/>
                </a:solidFill>
              </a:defRPr>
            </a:lvl1pPr>
          </a:lstStyle>
          <a:p>
            <a:r>
              <a:rPr lang="en-US" noProof="0"/>
              <a:t>Click to edit </a:t>
            </a:r>
            <a:br>
              <a:rPr lang="en-US" noProof="0"/>
            </a:br>
            <a:r>
              <a:rPr lang="en-US" noProof="0"/>
              <a:t>Master title style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6095999" y="4152672"/>
            <a:ext cx="6009287" cy="1818422"/>
          </a:xfrm>
          <a:solidFill>
            <a:schemeClr val="bg1">
              <a:lumMod val="95000"/>
              <a:alpha val="80000"/>
            </a:schemeClr>
          </a:solidFill>
        </p:spPr>
        <p:txBody>
          <a:bodyPr lIns="288000" tIns="144000" rIns="432000"/>
          <a:lstStyle>
            <a:lvl1pPr marL="0" indent="0" algn="r">
              <a:buNone/>
              <a:defRPr sz="21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Slide Number Placeholder 4">
            <a:extLst>
              <a:ext uri="{FF2B5EF4-FFF2-40B4-BE49-F238E27FC236}">
                <a16:creationId xmlns:a16="http://schemas.microsoft.com/office/drawing/2014/main" id="{B9994FE7-F6B5-D34D-B846-52B81F6F601D}"/>
              </a:ext>
            </a:extLst>
          </p:cNvPr>
          <p:cNvSpPr>
            <a:spLocks noGrp="1"/>
          </p:cNvSpPr>
          <p:nvPr>
            <p:ph type="sldNum" sz="quarter" idx="14"/>
          </p:nvPr>
        </p:nvSpPr>
        <p:spPr/>
        <p:txBody>
          <a:bodyPr/>
          <a:lstStyle/>
          <a:p>
            <a:fld id="{19B51A1E-902D-48AF-9020-955120F399B6}" type="slidenum">
              <a:rPr lang="en-US" noProof="0" smtClean="0"/>
              <a:pPr/>
              <a:t>‹#›</a:t>
            </a:fld>
            <a:endParaRPr lang="en-US" noProof="0" dirty="0"/>
          </a:p>
        </p:txBody>
      </p:sp>
      <p:sp>
        <p:nvSpPr>
          <p:cNvPr id="6" name="TextBox 5">
            <a:extLst>
              <a:ext uri="{FF2B5EF4-FFF2-40B4-BE49-F238E27FC236}">
                <a16:creationId xmlns:a16="http://schemas.microsoft.com/office/drawing/2014/main" id="{6989E631-FFE0-4842-9C8D-2977AD46DA07}"/>
              </a:ext>
            </a:extLst>
          </p:cNvPr>
          <p:cNvSpPr txBox="1"/>
          <p:nvPr userDrawn="1"/>
        </p:nvSpPr>
        <p:spPr>
          <a:xfrm>
            <a:off x="5861957" y="6613071"/>
            <a:ext cx="0" cy="0"/>
          </a:xfrm>
          <a:prstGeom prst="rect">
            <a:avLst/>
          </a:prstGeom>
          <a:noFill/>
        </p:spPr>
        <p:txBody>
          <a:bodyPr wrap="none" lIns="0" tIns="0" rIns="0" bIns="0" rtlCol="0">
            <a:noAutofit/>
          </a:bodyPr>
          <a:lstStyle/>
          <a:p>
            <a:pPr algn="l"/>
            <a:endParaRPr lang="en-US" sz="1200" noProof="0" dirty="0">
              <a:solidFill>
                <a:schemeClr val="tx1">
                  <a:lumMod val="75000"/>
                  <a:lumOff val="25000"/>
                </a:schemeClr>
              </a:solidFill>
              <a:latin typeface="+mn-lt"/>
            </a:endParaRPr>
          </a:p>
        </p:txBody>
      </p:sp>
      <p:sp>
        <p:nvSpPr>
          <p:cNvPr id="13" name="Freeform: Shape 12">
            <a:extLst>
              <a:ext uri="{FF2B5EF4-FFF2-40B4-BE49-F238E27FC236}">
                <a16:creationId xmlns:a16="http://schemas.microsoft.com/office/drawing/2014/main" id="{20052C3A-3942-4B16-A466-441F8E3C2260}"/>
              </a:ext>
            </a:extLst>
          </p:cNvPr>
          <p:cNvSpPr/>
          <p:nvPr userDrawn="1"/>
        </p:nvSpPr>
        <p:spPr>
          <a:xfrm>
            <a:off x="0" y="2539992"/>
            <a:ext cx="5373076" cy="4318008"/>
          </a:xfrm>
          <a:custGeom>
            <a:avLst/>
            <a:gdLst>
              <a:gd name="connsiteX0" fmla="*/ 4972877 w 5373076"/>
              <a:gd name="connsiteY0" fmla="*/ 1816430 h 4318008"/>
              <a:gd name="connsiteX1" fmla="*/ 5211912 w 5373076"/>
              <a:gd name="connsiteY1" fmla="*/ 2046590 h 4318008"/>
              <a:gd name="connsiteX2" fmla="*/ 4866804 w 5373076"/>
              <a:gd name="connsiteY2" fmla="*/ 2013272 h 4318008"/>
              <a:gd name="connsiteX3" fmla="*/ 3721849 w 5373076"/>
              <a:gd name="connsiteY3" fmla="*/ 1808102 h 4318008"/>
              <a:gd name="connsiteX4" fmla="*/ 3854624 w 5373076"/>
              <a:gd name="connsiteY4" fmla="*/ 2524110 h 4318008"/>
              <a:gd name="connsiteX5" fmla="*/ 3419634 w 5373076"/>
              <a:gd name="connsiteY5" fmla="*/ 2322178 h 4318008"/>
              <a:gd name="connsiteX6" fmla="*/ 3604566 w 5373076"/>
              <a:gd name="connsiteY6" fmla="*/ 1945430 h 4318008"/>
              <a:gd name="connsiteX7" fmla="*/ 2301472 w 5373076"/>
              <a:gd name="connsiteY7" fmla="*/ 1771765 h 4318008"/>
              <a:gd name="connsiteX8" fmla="*/ 3237442 w 5373076"/>
              <a:gd name="connsiteY8" fmla="*/ 2134997 h 4318008"/>
              <a:gd name="connsiteX9" fmla="*/ 3266331 w 5373076"/>
              <a:gd name="connsiteY9" fmla="*/ 2949530 h 4318008"/>
              <a:gd name="connsiteX10" fmla="*/ 1897852 w 5373076"/>
              <a:gd name="connsiteY10" fmla="*/ 4318008 h 4318008"/>
              <a:gd name="connsiteX11" fmla="*/ 134565 w 5373076"/>
              <a:gd name="connsiteY11" fmla="*/ 4318008 h 4318008"/>
              <a:gd name="connsiteX12" fmla="*/ 0 w 5373076"/>
              <a:gd name="connsiteY12" fmla="*/ 4183443 h 4318008"/>
              <a:gd name="connsiteX13" fmla="*/ 0 w 5373076"/>
              <a:gd name="connsiteY13" fmla="*/ 2855805 h 4318008"/>
              <a:gd name="connsiteX14" fmla="*/ 5243699 w 5373076"/>
              <a:gd name="connsiteY14" fmla="*/ 652159 h 4318008"/>
              <a:gd name="connsiteX15" fmla="*/ 5058767 w 5373076"/>
              <a:gd name="connsiteY15" fmla="*/ 1028908 h 4318008"/>
              <a:gd name="connsiteX16" fmla="*/ 4960786 w 5373076"/>
              <a:gd name="connsiteY16" fmla="*/ 983422 h 4318008"/>
              <a:gd name="connsiteX17" fmla="*/ 3473588 w 5373076"/>
              <a:gd name="connsiteY17" fmla="*/ 405712 h 4318008"/>
              <a:gd name="connsiteX18" fmla="*/ 4094196 w 5373076"/>
              <a:gd name="connsiteY18" fmla="*/ 1366894 h 4318008"/>
              <a:gd name="connsiteX19" fmla="*/ 3778134 w 5373076"/>
              <a:gd name="connsiteY19" fmla="*/ 1741309 h 4318008"/>
              <a:gd name="connsiteX20" fmla="*/ 2824519 w 5373076"/>
              <a:gd name="connsiteY20" fmla="*/ 1808100 h 4318008"/>
              <a:gd name="connsiteX21" fmla="*/ 4454991 w 5373076"/>
              <a:gd name="connsiteY21" fmla="*/ 0 h 4318008"/>
              <a:gd name="connsiteX22" fmla="*/ 5373076 w 5373076"/>
              <a:gd name="connsiteY22" fmla="*/ 32358 h 4318008"/>
              <a:gd name="connsiteX23" fmla="*/ 4628717 w 5373076"/>
              <a:gd name="connsiteY23" fmla="*/ 1349015 h 4318008"/>
              <a:gd name="connsiteX24" fmla="*/ 4094010 w 5373076"/>
              <a:gd name="connsiteY24" fmla="*/ 779481 h 4318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73076" h="4318008">
                <a:moveTo>
                  <a:pt x="4972877" y="1816430"/>
                </a:moveTo>
                <a:lnTo>
                  <a:pt x="5211912" y="2046590"/>
                </a:lnTo>
                <a:lnTo>
                  <a:pt x="4866804" y="2013272"/>
                </a:lnTo>
                <a:close/>
                <a:moveTo>
                  <a:pt x="3721849" y="1808102"/>
                </a:moveTo>
                <a:lnTo>
                  <a:pt x="3854624" y="2524110"/>
                </a:lnTo>
                <a:lnTo>
                  <a:pt x="3419634" y="2322178"/>
                </a:lnTo>
                <a:lnTo>
                  <a:pt x="3604566" y="1945430"/>
                </a:lnTo>
                <a:close/>
                <a:moveTo>
                  <a:pt x="2301472" y="1771765"/>
                </a:moveTo>
                <a:lnTo>
                  <a:pt x="3237442" y="2134997"/>
                </a:lnTo>
                <a:lnTo>
                  <a:pt x="3266331" y="2949530"/>
                </a:lnTo>
                <a:lnTo>
                  <a:pt x="1897852" y="4318008"/>
                </a:lnTo>
                <a:lnTo>
                  <a:pt x="134565" y="4318008"/>
                </a:lnTo>
                <a:lnTo>
                  <a:pt x="0" y="4183443"/>
                </a:lnTo>
                <a:lnTo>
                  <a:pt x="0" y="2855805"/>
                </a:lnTo>
                <a:close/>
                <a:moveTo>
                  <a:pt x="5243699" y="652159"/>
                </a:moveTo>
                <a:lnTo>
                  <a:pt x="5058767" y="1028908"/>
                </a:lnTo>
                <a:lnTo>
                  <a:pt x="4960786" y="983422"/>
                </a:lnTo>
                <a:close/>
                <a:moveTo>
                  <a:pt x="3473588" y="405712"/>
                </a:moveTo>
                <a:lnTo>
                  <a:pt x="4094196" y="1366894"/>
                </a:lnTo>
                <a:lnTo>
                  <a:pt x="3778134" y="1741309"/>
                </a:lnTo>
                <a:lnTo>
                  <a:pt x="2824519" y="1808100"/>
                </a:lnTo>
                <a:close/>
                <a:moveTo>
                  <a:pt x="4454991" y="0"/>
                </a:moveTo>
                <a:lnTo>
                  <a:pt x="5373076" y="32358"/>
                </a:lnTo>
                <a:lnTo>
                  <a:pt x="4628717" y="1349015"/>
                </a:lnTo>
                <a:lnTo>
                  <a:pt x="4094010" y="77948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00252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F8AB0F04-910C-4647-AE1C-177C66B50038}"/>
              </a:ext>
            </a:extLst>
          </p:cNvPr>
          <p:cNvSpPr/>
          <p:nvPr userDrawn="1"/>
        </p:nvSpPr>
        <p:spPr>
          <a:xfrm rot="4308689">
            <a:off x="8139110" y="-52404"/>
            <a:ext cx="648657" cy="777553"/>
          </a:xfrm>
          <a:custGeom>
            <a:avLst/>
            <a:gdLst>
              <a:gd name="connsiteX0" fmla="*/ 0 w 648657"/>
              <a:gd name="connsiteY0" fmla="*/ 777553 h 777553"/>
              <a:gd name="connsiteX1" fmla="*/ 255474 w 648657"/>
              <a:gd name="connsiteY1" fmla="*/ 0 h 777553"/>
              <a:gd name="connsiteX2" fmla="*/ 648657 w 648657"/>
              <a:gd name="connsiteY2" fmla="*/ 713937 h 777553"/>
              <a:gd name="connsiteX3" fmla="*/ 0 w 648657"/>
              <a:gd name="connsiteY3" fmla="*/ 777553 h 777553"/>
            </a:gdLst>
            <a:ahLst/>
            <a:cxnLst>
              <a:cxn ang="0">
                <a:pos x="connsiteX0" y="connsiteY0"/>
              </a:cxn>
              <a:cxn ang="0">
                <a:pos x="connsiteX1" y="connsiteY1"/>
              </a:cxn>
              <a:cxn ang="0">
                <a:pos x="connsiteX2" y="connsiteY2"/>
              </a:cxn>
              <a:cxn ang="0">
                <a:pos x="connsiteX3" y="connsiteY3"/>
              </a:cxn>
            </a:cxnLst>
            <a:rect l="l" t="t" r="r" b="b"/>
            <a:pathLst>
              <a:path w="648657" h="777553">
                <a:moveTo>
                  <a:pt x="0" y="777553"/>
                </a:moveTo>
                <a:lnTo>
                  <a:pt x="255474" y="0"/>
                </a:lnTo>
                <a:lnTo>
                  <a:pt x="648657" y="713937"/>
                </a:lnTo>
                <a:lnTo>
                  <a:pt x="0" y="777553"/>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Freeform: Shape 26">
            <a:extLst>
              <a:ext uri="{FF2B5EF4-FFF2-40B4-BE49-F238E27FC236}">
                <a16:creationId xmlns:a16="http://schemas.microsoft.com/office/drawing/2014/main" id="{3E72A672-7789-4744-A4CB-D177B890FDE6}"/>
              </a:ext>
            </a:extLst>
          </p:cNvPr>
          <p:cNvSpPr/>
          <p:nvPr userDrawn="1"/>
        </p:nvSpPr>
        <p:spPr>
          <a:xfrm rot="4308689">
            <a:off x="8878526" y="-532562"/>
            <a:ext cx="3571215" cy="3737093"/>
          </a:xfrm>
          <a:custGeom>
            <a:avLst/>
            <a:gdLst>
              <a:gd name="connsiteX0" fmla="*/ 0 w 3571215"/>
              <a:gd name="connsiteY0" fmla="*/ 3023156 h 3737093"/>
              <a:gd name="connsiteX1" fmla="*/ 993291 w 3571215"/>
              <a:gd name="connsiteY1" fmla="*/ 0 h 3737093"/>
              <a:gd name="connsiteX2" fmla="*/ 3571215 w 3571215"/>
              <a:gd name="connsiteY2" fmla="*/ 847006 h 3737093"/>
              <a:gd name="connsiteX3" fmla="*/ 1392370 w 3571215"/>
              <a:gd name="connsiteY3" fmla="*/ 3639100 h 3737093"/>
              <a:gd name="connsiteX4" fmla="*/ 393183 w 3571215"/>
              <a:gd name="connsiteY4" fmla="*/ 3737093 h 3737093"/>
              <a:gd name="connsiteX5" fmla="*/ 0 w 3571215"/>
              <a:gd name="connsiteY5" fmla="*/ 3023156 h 373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215" h="3737093">
                <a:moveTo>
                  <a:pt x="0" y="3023156"/>
                </a:moveTo>
                <a:lnTo>
                  <a:pt x="993291" y="0"/>
                </a:lnTo>
                <a:lnTo>
                  <a:pt x="3571215" y="847006"/>
                </a:lnTo>
                <a:lnTo>
                  <a:pt x="1392370" y="3639100"/>
                </a:lnTo>
                <a:lnTo>
                  <a:pt x="393183" y="3737093"/>
                </a:lnTo>
                <a:lnTo>
                  <a:pt x="0" y="302315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14" name="Freeform: Shape 13">
            <a:extLst>
              <a:ext uri="{FF2B5EF4-FFF2-40B4-BE49-F238E27FC236}">
                <a16:creationId xmlns:a16="http://schemas.microsoft.com/office/drawing/2014/main" id="{0C7CDA8E-8D79-474E-8278-7D77C867E238}"/>
              </a:ext>
            </a:extLst>
          </p:cNvPr>
          <p:cNvSpPr/>
          <p:nvPr userDrawn="1"/>
        </p:nvSpPr>
        <p:spPr>
          <a:xfrm rot="4308689">
            <a:off x="9191192" y="1651650"/>
            <a:ext cx="1980696" cy="2066510"/>
          </a:xfrm>
          <a:custGeom>
            <a:avLst/>
            <a:gdLst>
              <a:gd name="connsiteX0" fmla="*/ 0 w 1980696"/>
              <a:gd name="connsiteY0" fmla="*/ 2066510 h 2066510"/>
              <a:gd name="connsiteX1" fmla="*/ 1138078 w 1980696"/>
              <a:gd name="connsiteY1" fmla="*/ 0 h 2066510"/>
              <a:gd name="connsiteX2" fmla="*/ 1980696 w 1980696"/>
              <a:gd name="connsiteY2" fmla="*/ 1530016 h 2066510"/>
              <a:gd name="connsiteX3" fmla="*/ 1459417 w 1980696"/>
              <a:gd name="connsiteY3" fmla="*/ 2066510 h 2066510"/>
            </a:gdLst>
            <a:ahLst/>
            <a:cxnLst>
              <a:cxn ang="0">
                <a:pos x="connsiteX0" y="connsiteY0"/>
              </a:cxn>
              <a:cxn ang="0">
                <a:pos x="connsiteX1" y="connsiteY1"/>
              </a:cxn>
              <a:cxn ang="0">
                <a:pos x="connsiteX2" y="connsiteY2"/>
              </a:cxn>
              <a:cxn ang="0">
                <a:pos x="connsiteX3" y="connsiteY3"/>
              </a:cxn>
            </a:cxnLst>
            <a:rect l="l" t="t" r="r" b="b"/>
            <a:pathLst>
              <a:path w="1980696" h="2066510">
                <a:moveTo>
                  <a:pt x="0" y="2066510"/>
                </a:moveTo>
                <a:lnTo>
                  <a:pt x="1138078" y="0"/>
                </a:lnTo>
                <a:lnTo>
                  <a:pt x="1980696" y="1530016"/>
                </a:lnTo>
                <a:lnTo>
                  <a:pt x="1459417" y="206651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18">
            <a:extLst>
              <a:ext uri="{FF2B5EF4-FFF2-40B4-BE49-F238E27FC236}">
                <a16:creationId xmlns:a16="http://schemas.microsoft.com/office/drawing/2014/main" id="{ABD99355-65C1-4211-9E82-3D41ACE0AE17}"/>
              </a:ext>
            </a:extLst>
          </p:cNvPr>
          <p:cNvSpPr/>
          <p:nvPr userDrawn="1"/>
        </p:nvSpPr>
        <p:spPr>
          <a:xfrm rot="13830869">
            <a:off x="9457431" y="3977898"/>
            <a:ext cx="346713" cy="206124"/>
          </a:xfrm>
          <a:custGeom>
            <a:avLst/>
            <a:gdLst>
              <a:gd name="connsiteX0" fmla="*/ 346713 w 346713"/>
              <a:gd name="connsiteY0" fmla="*/ 206124 h 206124"/>
              <a:gd name="connsiteX1" fmla="*/ 0 w 346713"/>
              <a:gd name="connsiteY1" fmla="*/ 206124 h 206124"/>
              <a:gd name="connsiteX2" fmla="*/ 86666 w 346713"/>
              <a:gd name="connsiteY2" fmla="*/ 0 h 206124"/>
              <a:gd name="connsiteX3" fmla="*/ 346713 w 346713"/>
              <a:gd name="connsiteY3" fmla="*/ 206124 h 206124"/>
            </a:gdLst>
            <a:ahLst/>
            <a:cxnLst>
              <a:cxn ang="0">
                <a:pos x="connsiteX0" y="connsiteY0"/>
              </a:cxn>
              <a:cxn ang="0">
                <a:pos x="connsiteX1" y="connsiteY1"/>
              </a:cxn>
              <a:cxn ang="0">
                <a:pos x="connsiteX2" y="connsiteY2"/>
              </a:cxn>
              <a:cxn ang="0">
                <a:pos x="connsiteX3" y="connsiteY3"/>
              </a:cxn>
            </a:cxnLst>
            <a:rect l="l" t="t" r="r" b="b"/>
            <a:pathLst>
              <a:path w="346713" h="206124">
                <a:moveTo>
                  <a:pt x="346713" y="206124"/>
                </a:moveTo>
                <a:lnTo>
                  <a:pt x="0" y="206124"/>
                </a:lnTo>
                <a:lnTo>
                  <a:pt x="86666" y="0"/>
                </a:lnTo>
                <a:lnTo>
                  <a:pt x="346713" y="20612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F459E701-5FEF-4918-8F3A-04E29BF09009}"/>
              </a:ext>
            </a:extLst>
          </p:cNvPr>
          <p:cNvSpPr/>
          <p:nvPr userDrawn="1"/>
        </p:nvSpPr>
        <p:spPr>
          <a:xfrm rot="12431080">
            <a:off x="9528615" y="3713859"/>
            <a:ext cx="710669" cy="335543"/>
          </a:xfrm>
          <a:custGeom>
            <a:avLst/>
            <a:gdLst>
              <a:gd name="connsiteX0" fmla="*/ 710669 w 710669"/>
              <a:gd name="connsiteY0" fmla="*/ 176660 h 335543"/>
              <a:gd name="connsiteX1" fmla="*/ 0 w 710669"/>
              <a:gd name="connsiteY1" fmla="*/ 335543 h 335543"/>
              <a:gd name="connsiteX2" fmla="*/ 141082 w 710669"/>
              <a:gd name="connsiteY2" fmla="*/ 0 h 335543"/>
              <a:gd name="connsiteX3" fmla="*/ 487795 w 710669"/>
              <a:gd name="connsiteY3" fmla="*/ 0 h 335543"/>
              <a:gd name="connsiteX4" fmla="*/ 710669 w 710669"/>
              <a:gd name="connsiteY4" fmla="*/ 176660 h 335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69" h="335543">
                <a:moveTo>
                  <a:pt x="710669" y="176660"/>
                </a:moveTo>
                <a:lnTo>
                  <a:pt x="0" y="335543"/>
                </a:lnTo>
                <a:lnTo>
                  <a:pt x="141082" y="0"/>
                </a:lnTo>
                <a:lnTo>
                  <a:pt x="487795" y="0"/>
                </a:lnTo>
                <a:lnTo>
                  <a:pt x="710669" y="17666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8550A0A6-1197-4153-9800-69D58909D0C7}"/>
              </a:ext>
            </a:extLst>
          </p:cNvPr>
          <p:cNvSpPr/>
          <p:nvPr userDrawn="1"/>
        </p:nvSpPr>
        <p:spPr>
          <a:xfrm rot="4308689">
            <a:off x="8785444" y="1075879"/>
            <a:ext cx="1246227" cy="1580187"/>
          </a:xfrm>
          <a:custGeom>
            <a:avLst/>
            <a:gdLst>
              <a:gd name="connsiteX0" fmla="*/ 0 w 1980696"/>
              <a:gd name="connsiteY0" fmla="*/ 2066510 h 2066510"/>
              <a:gd name="connsiteX1" fmla="*/ 1138078 w 1980696"/>
              <a:gd name="connsiteY1" fmla="*/ 0 h 2066510"/>
              <a:gd name="connsiteX2" fmla="*/ 1980696 w 1980696"/>
              <a:gd name="connsiteY2" fmla="*/ 1530016 h 2066510"/>
              <a:gd name="connsiteX3" fmla="*/ 1459417 w 1980696"/>
              <a:gd name="connsiteY3" fmla="*/ 2066510 h 2066510"/>
              <a:gd name="connsiteX0" fmla="*/ 0 w 1980696"/>
              <a:gd name="connsiteY0" fmla="*/ 1680311 h 1680311"/>
              <a:gd name="connsiteX1" fmla="*/ 1337031 w 1980696"/>
              <a:gd name="connsiteY1" fmla="*/ 0 h 1680311"/>
              <a:gd name="connsiteX2" fmla="*/ 1980696 w 1980696"/>
              <a:gd name="connsiteY2" fmla="*/ 1143817 h 1680311"/>
              <a:gd name="connsiteX3" fmla="*/ 1459417 w 1980696"/>
              <a:gd name="connsiteY3" fmla="*/ 1680311 h 1680311"/>
              <a:gd name="connsiteX4" fmla="*/ 0 w 1980696"/>
              <a:gd name="connsiteY4" fmla="*/ 1680311 h 1680311"/>
              <a:gd name="connsiteX0" fmla="*/ 0 w 1459417"/>
              <a:gd name="connsiteY0" fmla="*/ 1680311 h 1680311"/>
              <a:gd name="connsiteX1" fmla="*/ 1337031 w 1459417"/>
              <a:gd name="connsiteY1" fmla="*/ 0 h 1680311"/>
              <a:gd name="connsiteX2" fmla="*/ 1360698 w 1459417"/>
              <a:gd name="connsiteY2" fmla="*/ 208215 h 1680311"/>
              <a:gd name="connsiteX3" fmla="*/ 1459417 w 1459417"/>
              <a:gd name="connsiteY3" fmla="*/ 1680311 h 1680311"/>
              <a:gd name="connsiteX4" fmla="*/ 0 w 1459417"/>
              <a:gd name="connsiteY4" fmla="*/ 1680311 h 1680311"/>
              <a:gd name="connsiteX0" fmla="*/ 0 w 1360698"/>
              <a:gd name="connsiteY0" fmla="*/ 1680311 h 1688402"/>
              <a:gd name="connsiteX1" fmla="*/ 1337031 w 1360698"/>
              <a:gd name="connsiteY1" fmla="*/ 0 h 1688402"/>
              <a:gd name="connsiteX2" fmla="*/ 1360698 w 1360698"/>
              <a:gd name="connsiteY2" fmla="*/ 208215 h 1688402"/>
              <a:gd name="connsiteX3" fmla="*/ 278710 w 1360698"/>
              <a:gd name="connsiteY3" fmla="*/ 1688402 h 1688402"/>
              <a:gd name="connsiteX4" fmla="*/ 0 w 1360698"/>
              <a:gd name="connsiteY4" fmla="*/ 1680311 h 1688402"/>
              <a:gd name="connsiteX0" fmla="*/ 0 w 1360698"/>
              <a:gd name="connsiteY0" fmla="*/ 1680311 h 1698354"/>
              <a:gd name="connsiteX1" fmla="*/ 1337031 w 1360698"/>
              <a:gd name="connsiteY1" fmla="*/ 0 h 1698354"/>
              <a:gd name="connsiteX2" fmla="*/ 1360698 w 1360698"/>
              <a:gd name="connsiteY2" fmla="*/ 208215 h 1698354"/>
              <a:gd name="connsiteX3" fmla="*/ 415804 w 1360698"/>
              <a:gd name="connsiteY3" fmla="*/ 1698354 h 1698354"/>
              <a:gd name="connsiteX4" fmla="*/ 0 w 1360698"/>
              <a:gd name="connsiteY4" fmla="*/ 1680311 h 1698354"/>
              <a:gd name="connsiteX0" fmla="*/ 0 w 1360698"/>
              <a:gd name="connsiteY0" fmla="*/ 1556337 h 1574380"/>
              <a:gd name="connsiteX1" fmla="*/ 1226116 w 1360698"/>
              <a:gd name="connsiteY1" fmla="*/ 0 h 1574380"/>
              <a:gd name="connsiteX2" fmla="*/ 1360698 w 1360698"/>
              <a:gd name="connsiteY2" fmla="*/ 84241 h 1574380"/>
              <a:gd name="connsiteX3" fmla="*/ 415804 w 1360698"/>
              <a:gd name="connsiteY3" fmla="*/ 1574380 h 1574380"/>
              <a:gd name="connsiteX4" fmla="*/ 0 w 1360698"/>
              <a:gd name="connsiteY4" fmla="*/ 1556337 h 1574380"/>
              <a:gd name="connsiteX0" fmla="*/ 0 w 1303560"/>
              <a:gd name="connsiteY0" fmla="*/ 1556337 h 1574380"/>
              <a:gd name="connsiteX1" fmla="*/ 1226116 w 1303560"/>
              <a:gd name="connsiteY1" fmla="*/ 0 h 1574380"/>
              <a:gd name="connsiteX2" fmla="*/ 1303560 w 1303560"/>
              <a:gd name="connsiteY2" fmla="*/ 105569 h 1574380"/>
              <a:gd name="connsiteX3" fmla="*/ 415804 w 1303560"/>
              <a:gd name="connsiteY3" fmla="*/ 1574380 h 1574380"/>
              <a:gd name="connsiteX4" fmla="*/ 0 w 1303560"/>
              <a:gd name="connsiteY4" fmla="*/ 1556337 h 1574380"/>
              <a:gd name="connsiteX0" fmla="*/ 0 w 1246227"/>
              <a:gd name="connsiteY0" fmla="*/ 1580187 h 1580187"/>
              <a:gd name="connsiteX1" fmla="*/ 1168783 w 1246227"/>
              <a:gd name="connsiteY1" fmla="*/ 0 h 1580187"/>
              <a:gd name="connsiteX2" fmla="*/ 1246227 w 1246227"/>
              <a:gd name="connsiteY2" fmla="*/ 105569 h 1580187"/>
              <a:gd name="connsiteX3" fmla="*/ 358471 w 1246227"/>
              <a:gd name="connsiteY3" fmla="*/ 1574380 h 1580187"/>
              <a:gd name="connsiteX4" fmla="*/ 0 w 1246227"/>
              <a:gd name="connsiteY4" fmla="*/ 1580187 h 1580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227" h="1580187">
                <a:moveTo>
                  <a:pt x="0" y="1580187"/>
                </a:moveTo>
                <a:lnTo>
                  <a:pt x="1168783" y="0"/>
                </a:lnTo>
                <a:lnTo>
                  <a:pt x="1246227" y="105569"/>
                </a:lnTo>
                <a:lnTo>
                  <a:pt x="358471" y="1574380"/>
                </a:lnTo>
                <a:lnTo>
                  <a:pt x="0" y="158018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Freeform: Shape 23">
            <a:extLst>
              <a:ext uri="{FF2B5EF4-FFF2-40B4-BE49-F238E27FC236}">
                <a16:creationId xmlns:a16="http://schemas.microsoft.com/office/drawing/2014/main" id="{4F0A2415-21FA-4B06-89CA-A379C8C2E262}"/>
              </a:ext>
            </a:extLst>
          </p:cNvPr>
          <p:cNvSpPr/>
          <p:nvPr userDrawn="1"/>
        </p:nvSpPr>
        <p:spPr>
          <a:xfrm rot="17193105">
            <a:off x="11374788" y="2846425"/>
            <a:ext cx="243160" cy="406553"/>
          </a:xfrm>
          <a:custGeom>
            <a:avLst/>
            <a:gdLst>
              <a:gd name="connsiteX0" fmla="*/ 243160 w 243160"/>
              <a:gd name="connsiteY0" fmla="*/ 342071 h 406553"/>
              <a:gd name="connsiteX1" fmla="*/ 156493 w 243160"/>
              <a:gd name="connsiteY1" fmla="*/ 406553 h 406553"/>
              <a:gd name="connsiteX2" fmla="*/ 0 w 243160"/>
              <a:gd name="connsiteY2" fmla="*/ 0 h 406553"/>
              <a:gd name="connsiteX3" fmla="*/ 243160 w 243160"/>
              <a:gd name="connsiteY3" fmla="*/ 342071 h 406553"/>
            </a:gdLst>
            <a:ahLst/>
            <a:cxnLst>
              <a:cxn ang="0">
                <a:pos x="connsiteX0" y="connsiteY0"/>
              </a:cxn>
              <a:cxn ang="0">
                <a:pos x="connsiteX1" y="connsiteY1"/>
              </a:cxn>
              <a:cxn ang="0">
                <a:pos x="connsiteX2" y="connsiteY2"/>
              </a:cxn>
              <a:cxn ang="0">
                <a:pos x="connsiteX3" y="connsiteY3"/>
              </a:cxn>
            </a:cxnLst>
            <a:rect l="l" t="t" r="r" b="b"/>
            <a:pathLst>
              <a:path w="243160" h="406553">
                <a:moveTo>
                  <a:pt x="243160" y="342071"/>
                </a:moveTo>
                <a:lnTo>
                  <a:pt x="156493" y="406553"/>
                </a:lnTo>
                <a:lnTo>
                  <a:pt x="0" y="0"/>
                </a:lnTo>
                <a:lnTo>
                  <a:pt x="243160" y="34207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Freeform: Shape 22">
            <a:extLst>
              <a:ext uri="{FF2B5EF4-FFF2-40B4-BE49-F238E27FC236}">
                <a16:creationId xmlns:a16="http://schemas.microsoft.com/office/drawing/2014/main" id="{FF9CE8FE-77D6-45E0-BBF7-78F07AC29771}"/>
              </a:ext>
            </a:extLst>
          </p:cNvPr>
          <p:cNvSpPr/>
          <p:nvPr userDrawn="1"/>
        </p:nvSpPr>
        <p:spPr>
          <a:xfrm rot="17193105">
            <a:off x="10879052" y="2627354"/>
            <a:ext cx="692798" cy="510610"/>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Title 1">
            <a:extLst>
              <a:ext uri="{FF2B5EF4-FFF2-40B4-BE49-F238E27FC236}">
                <a16:creationId xmlns:a16="http://schemas.microsoft.com/office/drawing/2014/main" id="{E73E47D5-BDE7-46E7-8C4E-6111A41AF8D9}"/>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16" name="Text Placeholder 3">
            <a:extLst>
              <a:ext uri="{FF2B5EF4-FFF2-40B4-BE49-F238E27FC236}">
                <a16:creationId xmlns:a16="http://schemas.microsoft.com/office/drawing/2014/main" id="{4D90A547-C01D-42BC-98ED-831FDD76F3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7" name="Content Placeholder 2">
            <a:extLst>
              <a:ext uri="{FF2B5EF4-FFF2-40B4-BE49-F238E27FC236}">
                <a16:creationId xmlns:a16="http://schemas.microsoft.com/office/drawing/2014/main" id="{AEBF3BE3-47D8-4511-B598-743DF88DF915}"/>
              </a:ext>
            </a:extLst>
          </p:cNvPr>
          <p:cNvSpPr>
            <a:spLocks noGrp="1"/>
          </p:cNvSpPr>
          <p:nvPr>
            <p:ph idx="1"/>
          </p:nvPr>
        </p:nvSpPr>
        <p:spPr>
          <a:xfrm>
            <a:off x="5183188" y="457201"/>
            <a:ext cx="6172200"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623311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F8AB0F04-910C-4647-AE1C-177C66B50038}"/>
              </a:ext>
            </a:extLst>
          </p:cNvPr>
          <p:cNvSpPr/>
          <p:nvPr userDrawn="1"/>
        </p:nvSpPr>
        <p:spPr>
          <a:xfrm rot="4308689">
            <a:off x="8139110" y="-52404"/>
            <a:ext cx="648657" cy="777553"/>
          </a:xfrm>
          <a:custGeom>
            <a:avLst/>
            <a:gdLst>
              <a:gd name="connsiteX0" fmla="*/ 0 w 648657"/>
              <a:gd name="connsiteY0" fmla="*/ 777553 h 777553"/>
              <a:gd name="connsiteX1" fmla="*/ 255474 w 648657"/>
              <a:gd name="connsiteY1" fmla="*/ 0 h 777553"/>
              <a:gd name="connsiteX2" fmla="*/ 648657 w 648657"/>
              <a:gd name="connsiteY2" fmla="*/ 713937 h 777553"/>
              <a:gd name="connsiteX3" fmla="*/ 0 w 648657"/>
              <a:gd name="connsiteY3" fmla="*/ 777553 h 777553"/>
            </a:gdLst>
            <a:ahLst/>
            <a:cxnLst>
              <a:cxn ang="0">
                <a:pos x="connsiteX0" y="connsiteY0"/>
              </a:cxn>
              <a:cxn ang="0">
                <a:pos x="connsiteX1" y="connsiteY1"/>
              </a:cxn>
              <a:cxn ang="0">
                <a:pos x="connsiteX2" y="connsiteY2"/>
              </a:cxn>
              <a:cxn ang="0">
                <a:pos x="connsiteX3" y="connsiteY3"/>
              </a:cxn>
            </a:cxnLst>
            <a:rect l="l" t="t" r="r" b="b"/>
            <a:pathLst>
              <a:path w="648657" h="777553">
                <a:moveTo>
                  <a:pt x="0" y="777553"/>
                </a:moveTo>
                <a:lnTo>
                  <a:pt x="255474" y="0"/>
                </a:lnTo>
                <a:lnTo>
                  <a:pt x="648657" y="713937"/>
                </a:lnTo>
                <a:lnTo>
                  <a:pt x="0" y="777553"/>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Freeform: Shape 26">
            <a:extLst>
              <a:ext uri="{FF2B5EF4-FFF2-40B4-BE49-F238E27FC236}">
                <a16:creationId xmlns:a16="http://schemas.microsoft.com/office/drawing/2014/main" id="{3E72A672-7789-4744-A4CB-D177B890FDE6}"/>
              </a:ext>
            </a:extLst>
          </p:cNvPr>
          <p:cNvSpPr/>
          <p:nvPr userDrawn="1"/>
        </p:nvSpPr>
        <p:spPr>
          <a:xfrm rot="4308689">
            <a:off x="8878526" y="-532562"/>
            <a:ext cx="3571215" cy="3737093"/>
          </a:xfrm>
          <a:custGeom>
            <a:avLst/>
            <a:gdLst>
              <a:gd name="connsiteX0" fmla="*/ 0 w 3571215"/>
              <a:gd name="connsiteY0" fmla="*/ 3023156 h 3737093"/>
              <a:gd name="connsiteX1" fmla="*/ 993291 w 3571215"/>
              <a:gd name="connsiteY1" fmla="*/ 0 h 3737093"/>
              <a:gd name="connsiteX2" fmla="*/ 3571215 w 3571215"/>
              <a:gd name="connsiteY2" fmla="*/ 847006 h 3737093"/>
              <a:gd name="connsiteX3" fmla="*/ 1392370 w 3571215"/>
              <a:gd name="connsiteY3" fmla="*/ 3639100 h 3737093"/>
              <a:gd name="connsiteX4" fmla="*/ 393183 w 3571215"/>
              <a:gd name="connsiteY4" fmla="*/ 3737093 h 3737093"/>
              <a:gd name="connsiteX5" fmla="*/ 0 w 3571215"/>
              <a:gd name="connsiteY5" fmla="*/ 3023156 h 373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215" h="3737093">
                <a:moveTo>
                  <a:pt x="0" y="3023156"/>
                </a:moveTo>
                <a:lnTo>
                  <a:pt x="993291" y="0"/>
                </a:lnTo>
                <a:lnTo>
                  <a:pt x="3571215" y="847006"/>
                </a:lnTo>
                <a:lnTo>
                  <a:pt x="1392370" y="3639100"/>
                </a:lnTo>
                <a:lnTo>
                  <a:pt x="393183" y="3737093"/>
                </a:lnTo>
                <a:lnTo>
                  <a:pt x="0" y="302315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14" name="Freeform: Shape 13">
            <a:extLst>
              <a:ext uri="{FF2B5EF4-FFF2-40B4-BE49-F238E27FC236}">
                <a16:creationId xmlns:a16="http://schemas.microsoft.com/office/drawing/2014/main" id="{0C7CDA8E-8D79-474E-8278-7D77C867E238}"/>
              </a:ext>
            </a:extLst>
          </p:cNvPr>
          <p:cNvSpPr/>
          <p:nvPr userDrawn="1"/>
        </p:nvSpPr>
        <p:spPr>
          <a:xfrm rot="4308689">
            <a:off x="9191192" y="1651650"/>
            <a:ext cx="1980696" cy="2066510"/>
          </a:xfrm>
          <a:custGeom>
            <a:avLst/>
            <a:gdLst>
              <a:gd name="connsiteX0" fmla="*/ 0 w 1980696"/>
              <a:gd name="connsiteY0" fmla="*/ 2066510 h 2066510"/>
              <a:gd name="connsiteX1" fmla="*/ 1138078 w 1980696"/>
              <a:gd name="connsiteY1" fmla="*/ 0 h 2066510"/>
              <a:gd name="connsiteX2" fmla="*/ 1980696 w 1980696"/>
              <a:gd name="connsiteY2" fmla="*/ 1530016 h 2066510"/>
              <a:gd name="connsiteX3" fmla="*/ 1459417 w 1980696"/>
              <a:gd name="connsiteY3" fmla="*/ 2066510 h 2066510"/>
            </a:gdLst>
            <a:ahLst/>
            <a:cxnLst>
              <a:cxn ang="0">
                <a:pos x="connsiteX0" y="connsiteY0"/>
              </a:cxn>
              <a:cxn ang="0">
                <a:pos x="connsiteX1" y="connsiteY1"/>
              </a:cxn>
              <a:cxn ang="0">
                <a:pos x="connsiteX2" y="connsiteY2"/>
              </a:cxn>
              <a:cxn ang="0">
                <a:pos x="connsiteX3" y="connsiteY3"/>
              </a:cxn>
            </a:cxnLst>
            <a:rect l="l" t="t" r="r" b="b"/>
            <a:pathLst>
              <a:path w="1980696" h="2066510">
                <a:moveTo>
                  <a:pt x="0" y="2066510"/>
                </a:moveTo>
                <a:lnTo>
                  <a:pt x="1138078" y="0"/>
                </a:lnTo>
                <a:lnTo>
                  <a:pt x="1980696" y="1530016"/>
                </a:lnTo>
                <a:lnTo>
                  <a:pt x="1459417" y="206651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18">
            <a:extLst>
              <a:ext uri="{FF2B5EF4-FFF2-40B4-BE49-F238E27FC236}">
                <a16:creationId xmlns:a16="http://schemas.microsoft.com/office/drawing/2014/main" id="{ABD99355-65C1-4211-9E82-3D41ACE0AE17}"/>
              </a:ext>
            </a:extLst>
          </p:cNvPr>
          <p:cNvSpPr/>
          <p:nvPr userDrawn="1"/>
        </p:nvSpPr>
        <p:spPr>
          <a:xfrm rot="13830869">
            <a:off x="9457431" y="3977898"/>
            <a:ext cx="346713" cy="206124"/>
          </a:xfrm>
          <a:custGeom>
            <a:avLst/>
            <a:gdLst>
              <a:gd name="connsiteX0" fmla="*/ 346713 w 346713"/>
              <a:gd name="connsiteY0" fmla="*/ 206124 h 206124"/>
              <a:gd name="connsiteX1" fmla="*/ 0 w 346713"/>
              <a:gd name="connsiteY1" fmla="*/ 206124 h 206124"/>
              <a:gd name="connsiteX2" fmla="*/ 86666 w 346713"/>
              <a:gd name="connsiteY2" fmla="*/ 0 h 206124"/>
              <a:gd name="connsiteX3" fmla="*/ 346713 w 346713"/>
              <a:gd name="connsiteY3" fmla="*/ 206124 h 206124"/>
            </a:gdLst>
            <a:ahLst/>
            <a:cxnLst>
              <a:cxn ang="0">
                <a:pos x="connsiteX0" y="connsiteY0"/>
              </a:cxn>
              <a:cxn ang="0">
                <a:pos x="connsiteX1" y="connsiteY1"/>
              </a:cxn>
              <a:cxn ang="0">
                <a:pos x="connsiteX2" y="connsiteY2"/>
              </a:cxn>
              <a:cxn ang="0">
                <a:pos x="connsiteX3" y="connsiteY3"/>
              </a:cxn>
            </a:cxnLst>
            <a:rect l="l" t="t" r="r" b="b"/>
            <a:pathLst>
              <a:path w="346713" h="206124">
                <a:moveTo>
                  <a:pt x="346713" y="206124"/>
                </a:moveTo>
                <a:lnTo>
                  <a:pt x="0" y="206124"/>
                </a:lnTo>
                <a:lnTo>
                  <a:pt x="86666" y="0"/>
                </a:lnTo>
                <a:lnTo>
                  <a:pt x="346713" y="20612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F459E701-5FEF-4918-8F3A-04E29BF09009}"/>
              </a:ext>
            </a:extLst>
          </p:cNvPr>
          <p:cNvSpPr/>
          <p:nvPr userDrawn="1"/>
        </p:nvSpPr>
        <p:spPr>
          <a:xfrm rot="12431080">
            <a:off x="9528615" y="3713859"/>
            <a:ext cx="710669" cy="335543"/>
          </a:xfrm>
          <a:custGeom>
            <a:avLst/>
            <a:gdLst>
              <a:gd name="connsiteX0" fmla="*/ 710669 w 710669"/>
              <a:gd name="connsiteY0" fmla="*/ 176660 h 335543"/>
              <a:gd name="connsiteX1" fmla="*/ 0 w 710669"/>
              <a:gd name="connsiteY1" fmla="*/ 335543 h 335543"/>
              <a:gd name="connsiteX2" fmla="*/ 141082 w 710669"/>
              <a:gd name="connsiteY2" fmla="*/ 0 h 335543"/>
              <a:gd name="connsiteX3" fmla="*/ 487795 w 710669"/>
              <a:gd name="connsiteY3" fmla="*/ 0 h 335543"/>
              <a:gd name="connsiteX4" fmla="*/ 710669 w 710669"/>
              <a:gd name="connsiteY4" fmla="*/ 176660 h 335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69" h="335543">
                <a:moveTo>
                  <a:pt x="710669" y="176660"/>
                </a:moveTo>
                <a:lnTo>
                  <a:pt x="0" y="335543"/>
                </a:lnTo>
                <a:lnTo>
                  <a:pt x="141082" y="0"/>
                </a:lnTo>
                <a:lnTo>
                  <a:pt x="487795" y="0"/>
                </a:lnTo>
                <a:lnTo>
                  <a:pt x="710669" y="17666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8550A0A6-1197-4153-9800-69D58909D0C7}"/>
              </a:ext>
            </a:extLst>
          </p:cNvPr>
          <p:cNvSpPr/>
          <p:nvPr userDrawn="1"/>
        </p:nvSpPr>
        <p:spPr>
          <a:xfrm rot="4308689">
            <a:off x="8785444" y="1075879"/>
            <a:ext cx="1246227" cy="1580187"/>
          </a:xfrm>
          <a:custGeom>
            <a:avLst/>
            <a:gdLst>
              <a:gd name="connsiteX0" fmla="*/ 0 w 1980696"/>
              <a:gd name="connsiteY0" fmla="*/ 2066510 h 2066510"/>
              <a:gd name="connsiteX1" fmla="*/ 1138078 w 1980696"/>
              <a:gd name="connsiteY1" fmla="*/ 0 h 2066510"/>
              <a:gd name="connsiteX2" fmla="*/ 1980696 w 1980696"/>
              <a:gd name="connsiteY2" fmla="*/ 1530016 h 2066510"/>
              <a:gd name="connsiteX3" fmla="*/ 1459417 w 1980696"/>
              <a:gd name="connsiteY3" fmla="*/ 2066510 h 2066510"/>
              <a:gd name="connsiteX0" fmla="*/ 0 w 1980696"/>
              <a:gd name="connsiteY0" fmla="*/ 1680311 h 1680311"/>
              <a:gd name="connsiteX1" fmla="*/ 1337031 w 1980696"/>
              <a:gd name="connsiteY1" fmla="*/ 0 h 1680311"/>
              <a:gd name="connsiteX2" fmla="*/ 1980696 w 1980696"/>
              <a:gd name="connsiteY2" fmla="*/ 1143817 h 1680311"/>
              <a:gd name="connsiteX3" fmla="*/ 1459417 w 1980696"/>
              <a:gd name="connsiteY3" fmla="*/ 1680311 h 1680311"/>
              <a:gd name="connsiteX4" fmla="*/ 0 w 1980696"/>
              <a:gd name="connsiteY4" fmla="*/ 1680311 h 1680311"/>
              <a:gd name="connsiteX0" fmla="*/ 0 w 1459417"/>
              <a:gd name="connsiteY0" fmla="*/ 1680311 h 1680311"/>
              <a:gd name="connsiteX1" fmla="*/ 1337031 w 1459417"/>
              <a:gd name="connsiteY1" fmla="*/ 0 h 1680311"/>
              <a:gd name="connsiteX2" fmla="*/ 1360698 w 1459417"/>
              <a:gd name="connsiteY2" fmla="*/ 208215 h 1680311"/>
              <a:gd name="connsiteX3" fmla="*/ 1459417 w 1459417"/>
              <a:gd name="connsiteY3" fmla="*/ 1680311 h 1680311"/>
              <a:gd name="connsiteX4" fmla="*/ 0 w 1459417"/>
              <a:gd name="connsiteY4" fmla="*/ 1680311 h 1680311"/>
              <a:gd name="connsiteX0" fmla="*/ 0 w 1360698"/>
              <a:gd name="connsiteY0" fmla="*/ 1680311 h 1688402"/>
              <a:gd name="connsiteX1" fmla="*/ 1337031 w 1360698"/>
              <a:gd name="connsiteY1" fmla="*/ 0 h 1688402"/>
              <a:gd name="connsiteX2" fmla="*/ 1360698 w 1360698"/>
              <a:gd name="connsiteY2" fmla="*/ 208215 h 1688402"/>
              <a:gd name="connsiteX3" fmla="*/ 278710 w 1360698"/>
              <a:gd name="connsiteY3" fmla="*/ 1688402 h 1688402"/>
              <a:gd name="connsiteX4" fmla="*/ 0 w 1360698"/>
              <a:gd name="connsiteY4" fmla="*/ 1680311 h 1688402"/>
              <a:gd name="connsiteX0" fmla="*/ 0 w 1360698"/>
              <a:gd name="connsiteY0" fmla="*/ 1680311 h 1698354"/>
              <a:gd name="connsiteX1" fmla="*/ 1337031 w 1360698"/>
              <a:gd name="connsiteY1" fmla="*/ 0 h 1698354"/>
              <a:gd name="connsiteX2" fmla="*/ 1360698 w 1360698"/>
              <a:gd name="connsiteY2" fmla="*/ 208215 h 1698354"/>
              <a:gd name="connsiteX3" fmla="*/ 415804 w 1360698"/>
              <a:gd name="connsiteY3" fmla="*/ 1698354 h 1698354"/>
              <a:gd name="connsiteX4" fmla="*/ 0 w 1360698"/>
              <a:gd name="connsiteY4" fmla="*/ 1680311 h 1698354"/>
              <a:gd name="connsiteX0" fmla="*/ 0 w 1360698"/>
              <a:gd name="connsiteY0" fmla="*/ 1556337 h 1574380"/>
              <a:gd name="connsiteX1" fmla="*/ 1226116 w 1360698"/>
              <a:gd name="connsiteY1" fmla="*/ 0 h 1574380"/>
              <a:gd name="connsiteX2" fmla="*/ 1360698 w 1360698"/>
              <a:gd name="connsiteY2" fmla="*/ 84241 h 1574380"/>
              <a:gd name="connsiteX3" fmla="*/ 415804 w 1360698"/>
              <a:gd name="connsiteY3" fmla="*/ 1574380 h 1574380"/>
              <a:gd name="connsiteX4" fmla="*/ 0 w 1360698"/>
              <a:gd name="connsiteY4" fmla="*/ 1556337 h 1574380"/>
              <a:gd name="connsiteX0" fmla="*/ 0 w 1303560"/>
              <a:gd name="connsiteY0" fmla="*/ 1556337 h 1574380"/>
              <a:gd name="connsiteX1" fmla="*/ 1226116 w 1303560"/>
              <a:gd name="connsiteY1" fmla="*/ 0 h 1574380"/>
              <a:gd name="connsiteX2" fmla="*/ 1303560 w 1303560"/>
              <a:gd name="connsiteY2" fmla="*/ 105569 h 1574380"/>
              <a:gd name="connsiteX3" fmla="*/ 415804 w 1303560"/>
              <a:gd name="connsiteY3" fmla="*/ 1574380 h 1574380"/>
              <a:gd name="connsiteX4" fmla="*/ 0 w 1303560"/>
              <a:gd name="connsiteY4" fmla="*/ 1556337 h 1574380"/>
              <a:gd name="connsiteX0" fmla="*/ 0 w 1246227"/>
              <a:gd name="connsiteY0" fmla="*/ 1580187 h 1580187"/>
              <a:gd name="connsiteX1" fmla="*/ 1168783 w 1246227"/>
              <a:gd name="connsiteY1" fmla="*/ 0 h 1580187"/>
              <a:gd name="connsiteX2" fmla="*/ 1246227 w 1246227"/>
              <a:gd name="connsiteY2" fmla="*/ 105569 h 1580187"/>
              <a:gd name="connsiteX3" fmla="*/ 358471 w 1246227"/>
              <a:gd name="connsiteY3" fmla="*/ 1574380 h 1580187"/>
              <a:gd name="connsiteX4" fmla="*/ 0 w 1246227"/>
              <a:gd name="connsiteY4" fmla="*/ 1580187 h 1580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227" h="1580187">
                <a:moveTo>
                  <a:pt x="0" y="1580187"/>
                </a:moveTo>
                <a:lnTo>
                  <a:pt x="1168783" y="0"/>
                </a:lnTo>
                <a:lnTo>
                  <a:pt x="1246227" y="105569"/>
                </a:lnTo>
                <a:lnTo>
                  <a:pt x="358471" y="1574380"/>
                </a:lnTo>
                <a:lnTo>
                  <a:pt x="0" y="158018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Freeform: Shape 23">
            <a:extLst>
              <a:ext uri="{FF2B5EF4-FFF2-40B4-BE49-F238E27FC236}">
                <a16:creationId xmlns:a16="http://schemas.microsoft.com/office/drawing/2014/main" id="{4F0A2415-21FA-4B06-89CA-A379C8C2E262}"/>
              </a:ext>
            </a:extLst>
          </p:cNvPr>
          <p:cNvSpPr/>
          <p:nvPr userDrawn="1"/>
        </p:nvSpPr>
        <p:spPr>
          <a:xfrm rot="17193105">
            <a:off x="11374788" y="2846425"/>
            <a:ext cx="243160" cy="406553"/>
          </a:xfrm>
          <a:custGeom>
            <a:avLst/>
            <a:gdLst>
              <a:gd name="connsiteX0" fmla="*/ 243160 w 243160"/>
              <a:gd name="connsiteY0" fmla="*/ 342071 h 406553"/>
              <a:gd name="connsiteX1" fmla="*/ 156493 w 243160"/>
              <a:gd name="connsiteY1" fmla="*/ 406553 h 406553"/>
              <a:gd name="connsiteX2" fmla="*/ 0 w 243160"/>
              <a:gd name="connsiteY2" fmla="*/ 0 h 406553"/>
              <a:gd name="connsiteX3" fmla="*/ 243160 w 243160"/>
              <a:gd name="connsiteY3" fmla="*/ 342071 h 406553"/>
            </a:gdLst>
            <a:ahLst/>
            <a:cxnLst>
              <a:cxn ang="0">
                <a:pos x="connsiteX0" y="connsiteY0"/>
              </a:cxn>
              <a:cxn ang="0">
                <a:pos x="connsiteX1" y="connsiteY1"/>
              </a:cxn>
              <a:cxn ang="0">
                <a:pos x="connsiteX2" y="connsiteY2"/>
              </a:cxn>
              <a:cxn ang="0">
                <a:pos x="connsiteX3" y="connsiteY3"/>
              </a:cxn>
            </a:cxnLst>
            <a:rect l="l" t="t" r="r" b="b"/>
            <a:pathLst>
              <a:path w="243160" h="406553">
                <a:moveTo>
                  <a:pt x="243160" y="342071"/>
                </a:moveTo>
                <a:lnTo>
                  <a:pt x="156493" y="406553"/>
                </a:lnTo>
                <a:lnTo>
                  <a:pt x="0" y="0"/>
                </a:lnTo>
                <a:lnTo>
                  <a:pt x="243160" y="34207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Freeform: Shape 22">
            <a:extLst>
              <a:ext uri="{FF2B5EF4-FFF2-40B4-BE49-F238E27FC236}">
                <a16:creationId xmlns:a16="http://schemas.microsoft.com/office/drawing/2014/main" id="{FF9CE8FE-77D6-45E0-BBF7-78F07AC29771}"/>
              </a:ext>
            </a:extLst>
          </p:cNvPr>
          <p:cNvSpPr/>
          <p:nvPr userDrawn="1"/>
        </p:nvSpPr>
        <p:spPr>
          <a:xfrm rot="17193105">
            <a:off x="10879052" y="2627354"/>
            <a:ext cx="692798" cy="510610"/>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Title 1">
            <a:extLst>
              <a:ext uri="{FF2B5EF4-FFF2-40B4-BE49-F238E27FC236}">
                <a16:creationId xmlns:a16="http://schemas.microsoft.com/office/drawing/2014/main" id="{91434632-BEE5-428E-872A-794325BA8062}"/>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16" name="Text Placeholder 3">
            <a:extLst>
              <a:ext uri="{FF2B5EF4-FFF2-40B4-BE49-F238E27FC236}">
                <a16:creationId xmlns:a16="http://schemas.microsoft.com/office/drawing/2014/main" id="{7CB95FD3-7DAC-4417-8633-7EFA4852E0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7" name="Picture Placeholder 2">
            <a:extLst>
              <a:ext uri="{FF2B5EF4-FFF2-40B4-BE49-F238E27FC236}">
                <a16:creationId xmlns:a16="http://schemas.microsoft.com/office/drawing/2014/main" id="{94CDAD6C-9665-443F-B344-147513A6C144}"/>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9947631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F8AB0F04-910C-4647-AE1C-177C66B50038}"/>
              </a:ext>
            </a:extLst>
          </p:cNvPr>
          <p:cNvSpPr/>
          <p:nvPr userDrawn="1"/>
        </p:nvSpPr>
        <p:spPr>
          <a:xfrm rot="4308689">
            <a:off x="8139110" y="-52404"/>
            <a:ext cx="648657" cy="777553"/>
          </a:xfrm>
          <a:custGeom>
            <a:avLst/>
            <a:gdLst>
              <a:gd name="connsiteX0" fmla="*/ 0 w 648657"/>
              <a:gd name="connsiteY0" fmla="*/ 777553 h 777553"/>
              <a:gd name="connsiteX1" fmla="*/ 255474 w 648657"/>
              <a:gd name="connsiteY1" fmla="*/ 0 h 777553"/>
              <a:gd name="connsiteX2" fmla="*/ 648657 w 648657"/>
              <a:gd name="connsiteY2" fmla="*/ 713937 h 777553"/>
              <a:gd name="connsiteX3" fmla="*/ 0 w 648657"/>
              <a:gd name="connsiteY3" fmla="*/ 777553 h 777553"/>
            </a:gdLst>
            <a:ahLst/>
            <a:cxnLst>
              <a:cxn ang="0">
                <a:pos x="connsiteX0" y="connsiteY0"/>
              </a:cxn>
              <a:cxn ang="0">
                <a:pos x="connsiteX1" y="connsiteY1"/>
              </a:cxn>
              <a:cxn ang="0">
                <a:pos x="connsiteX2" y="connsiteY2"/>
              </a:cxn>
              <a:cxn ang="0">
                <a:pos x="connsiteX3" y="connsiteY3"/>
              </a:cxn>
            </a:cxnLst>
            <a:rect l="l" t="t" r="r" b="b"/>
            <a:pathLst>
              <a:path w="648657" h="777553">
                <a:moveTo>
                  <a:pt x="0" y="777553"/>
                </a:moveTo>
                <a:lnTo>
                  <a:pt x="255474" y="0"/>
                </a:lnTo>
                <a:lnTo>
                  <a:pt x="648657" y="713937"/>
                </a:lnTo>
                <a:lnTo>
                  <a:pt x="0" y="777553"/>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Freeform: Shape 26">
            <a:extLst>
              <a:ext uri="{FF2B5EF4-FFF2-40B4-BE49-F238E27FC236}">
                <a16:creationId xmlns:a16="http://schemas.microsoft.com/office/drawing/2014/main" id="{3E72A672-7789-4744-A4CB-D177B890FDE6}"/>
              </a:ext>
            </a:extLst>
          </p:cNvPr>
          <p:cNvSpPr/>
          <p:nvPr userDrawn="1"/>
        </p:nvSpPr>
        <p:spPr>
          <a:xfrm rot="4308689">
            <a:off x="8878526" y="-532562"/>
            <a:ext cx="3571215" cy="3737093"/>
          </a:xfrm>
          <a:custGeom>
            <a:avLst/>
            <a:gdLst>
              <a:gd name="connsiteX0" fmla="*/ 0 w 3571215"/>
              <a:gd name="connsiteY0" fmla="*/ 3023156 h 3737093"/>
              <a:gd name="connsiteX1" fmla="*/ 993291 w 3571215"/>
              <a:gd name="connsiteY1" fmla="*/ 0 h 3737093"/>
              <a:gd name="connsiteX2" fmla="*/ 3571215 w 3571215"/>
              <a:gd name="connsiteY2" fmla="*/ 847006 h 3737093"/>
              <a:gd name="connsiteX3" fmla="*/ 1392370 w 3571215"/>
              <a:gd name="connsiteY3" fmla="*/ 3639100 h 3737093"/>
              <a:gd name="connsiteX4" fmla="*/ 393183 w 3571215"/>
              <a:gd name="connsiteY4" fmla="*/ 3737093 h 3737093"/>
              <a:gd name="connsiteX5" fmla="*/ 0 w 3571215"/>
              <a:gd name="connsiteY5" fmla="*/ 3023156 h 373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215" h="3737093">
                <a:moveTo>
                  <a:pt x="0" y="3023156"/>
                </a:moveTo>
                <a:lnTo>
                  <a:pt x="993291" y="0"/>
                </a:lnTo>
                <a:lnTo>
                  <a:pt x="3571215" y="847006"/>
                </a:lnTo>
                <a:lnTo>
                  <a:pt x="1392370" y="3639100"/>
                </a:lnTo>
                <a:lnTo>
                  <a:pt x="393183" y="3737093"/>
                </a:lnTo>
                <a:lnTo>
                  <a:pt x="0" y="302315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14" name="Freeform: Shape 13">
            <a:extLst>
              <a:ext uri="{FF2B5EF4-FFF2-40B4-BE49-F238E27FC236}">
                <a16:creationId xmlns:a16="http://schemas.microsoft.com/office/drawing/2014/main" id="{0C7CDA8E-8D79-474E-8278-7D77C867E238}"/>
              </a:ext>
            </a:extLst>
          </p:cNvPr>
          <p:cNvSpPr/>
          <p:nvPr userDrawn="1"/>
        </p:nvSpPr>
        <p:spPr>
          <a:xfrm rot="4308689">
            <a:off x="9191192" y="1651650"/>
            <a:ext cx="1980696" cy="2066510"/>
          </a:xfrm>
          <a:custGeom>
            <a:avLst/>
            <a:gdLst>
              <a:gd name="connsiteX0" fmla="*/ 0 w 1980696"/>
              <a:gd name="connsiteY0" fmla="*/ 2066510 h 2066510"/>
              <a:gd name="connsiteX1" fmla="*/ 1138078 w 1980696"/>
              <a:gd name="connsiteY1" fmla="*/ 0 h 2066510"/>
              <a:gd name="connsiteX2" fmla="*/ 1980696 w 1980696"/>
              <a:gd name="connsiteY2" fmla="*/ 1530016 h 2066510"/>
              <a:gd name="connsiteX3" fmla="*/ 1459417 w 1980696"/>
              <a:gd name="connsiteY3" fmla="*/ 2066510 h 2066510"/>
            </a:gdLst>
            <a:ahLst/>
            <a:cxnLst>
              <a:cxn ang="0">
                <a:pos x="connsiteX0" y="connsiteY0"/>
              </a:cxn>
              <a:cxn ang="0">
                <a:pos x="connsiteX1" y="connsiteY1"/>
              </a:cxn>
              <a:cxn ang="0">
                <a:pos x="connsiteX2" y="connsiteY2"/>
              </a:cxn>
              <a:cxn ang="0">
                <a:pos x="connsiteX3" y="connsiteY3"/>
              </a:cxn>
            </a:cxnLst>
            <a:rect l="l" t="t" r="r" b="b"/>
            <a:pathLst>
              <a:path w="1980696" h="2066510">
                <a:moveTo>
                  <a:pt x="0" y="2066510"/>
                </a:moveTo>
                <a:lnTo>
                  <a:pt x="1138078" y="0"/>
                </a:lnTo>
                <a:lnTo>
                  <a:pt x="1980696" y="1530016"/>
                </a:lnTo>
                <a:lnTo>
                  <a:pt x="1459417" y="206651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18">
            <a:extLst>
              <a:ext uri="{FF2B5EF4-FFF2-40B4-BE49-F238E27FC236}">
                <a16:creationId xmlns:a16="http://schemas.microsoft.com/office/drawing/2014/main" id="{ABD99355-65C1-4211-9E82-3D41ACE0AE17}"/>
              </a:ext>
            </a:extLst>
          </p:cNvPr>
          <p:cNvSpPr/>
          <p:nvPr userDrawn="1"/>
        </p:nvSpPr>
        <p:spPr>
          <a:xfrm rot="13830869">
            <a:off x="9457431" y="3977898"/>
            <a:ext cx="346713" cy="206124"/>
          </a:xfrm>
          <a:custGeom>
            <a:avLst/>
            <a:gdLst>
              <a:gd name="connsiteX0" fmla="*/ 346713 w 346713"/>
              <a:gd name="connsiteY0" fmla="*/ 206124 h 206124"/>
              <a:gd name="connsiteX1" fmla="*/ 0 w 346713"/>
              <a:gd name="connsiteY1" fmla="*/ 206124 h 206124"/>
              <a:gd name="connsiteX2" fmla="*/ 86666 w 346713"/>
              <a:gd name="connsiteY2" fmla="*/ 0 h 206124"/>
              <a:gd name="connsiteX3" fmla="*/ 346713 w 346713"/>
              <a:gd name="connsiteY3" fmla="*/ 206124 h 206124"/>
            </a:gdLst>
            <a:ahLst/>
            <a:cxnLst>
              <a:cxn ang="0">
                <a:pos x="connsiteX0" y="connsiteY0"/>
              </a:cxn>
              <a:cxn ang="0">
                <a:pos x="connsiteX1" y="connsiteY1"/>
              </a:cxn>
              <a:cxn ang="0">
                <a:pos x="connsiteX2" y="connsiteY2"/>
              </a:cxn>
              <a:cxn ang="0">
                <a:pos x="connsiteX3" y="connsiteY3"/>
              </a:cxn>
            </a:cxnLst>
            <a:rect l="l" t="t" r="r" b="b"/>
            <a:pathLst>
              <a:path w="346713" h="206124">
                <a:moveTo>
                  <a:pt x="346713" y="206124"/>
                </a:moveTo>
                <a:lnTo>
                  <a:pt x="0" y="206124"/>
                </a:lnTo>
                <a:lnTo>
                  <a:pt x="86666" y="0"/>
                </a:lnTo>
                <a:lnTo>
                  <a:pt x="346713" y="20612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F459E701-5FEF-4918-8F3A-04E29BF09009}"/>
              </a:ext>
            </a:extLst>
          </p:cNvPr>
          <p:cNvSpPr/>
          <p:nvPr userDrawn="1"/>
        </p:nvSpPr>
        <p:spPr>
          <a:xfrm rot="12431080">
            <a:off x="9528615" y="3713859"/>
            <a:ext cx="710669" cy="335543"/>
          </a:xfrm>
          <a:custGeom>
            <a:avLst/>
            <a:gdLst>
              <a:gd name="connsiteX0" fmla="*/ 710669 w 710669"/>
              <a:gd name="connsiteY0" fmla="*/ 176660 h 335543"/>
              <a:gd name="connsiteX1" fmla="*/ 0 w 710669"/>
              <a:gd name="connsiteY1" fmla="*/ 335543 h 335543"/>
              <a:gd name="connsiteX2" fmla="*/ 141082 w 710669"/>
              <a:gd name="connsiteY2" fmla="*/ 0 h 335543"/>
              <a:gd name="connsiteX3" fmla="*/ 487795 w 710669"/>
              <a:gd name="connsiteY3" fmla="*/ 0 h 335543"/>
              <a:gd name="connsiteX4" fmla="*/ 710669 w 710669"/>
              <a:gd name="connsiteY4" fmla="*/ 176660 h 335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69" h="335543">
                <a:moveTo>
                  <a:pt x="710669" y="176660"/>
                </a:moveTo>
                <a:lnTo>
                  <a:pt x="0" y="335543"/>
                </a:lnTo>
                <a:lnTo>
                  <a:pt x="141082" y="0"/>
                </a:lnTo>
                <a:lnTo>
                  <a:pt x="487795" y="0"/>
                </a:lnTo>
                <a:lnTo>
                  <a:pt x="710669" y="17666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8550A0A6-1197-4153-9800-69D58909D0C7}"/>
              </a:ext>
            </a:extLst>
          </p:cNvPr>
          <p:cNvSpPr/>
          <p:nvPr userDrawn="1"/>
        </p:nvSpPr>
        <p:spPr>
          <a:xfrm rot="4308689">
            <a:off x="8785444" y="1075879"/>
            <a:ext cx="1246227" cy="1580187"/>
          </a:xfrm>
          <a:custGeom>
            <a:avLst/>
            <a:gdLst>
              <a:gd name="connsiteX0" fmla="*/ 0 w 1980696"/>
              <a:gd name="connsiteY0" fmla="*/ 2066510 h 2066510"/>
              <a:gd name="connsiteX1" fmla="*/ 1138078 w 1980696"/>
              <a:gd name="connsiteY1" fmla="*/ 0 h 2066510"/>
              <a:gd name="connsiteX2" fmla="*/ 1980696 w 1980696"/>
              <a:gd name="connsiteY2" fmla="*/ 1530016 h 2066510"/>
              <a:gd name="connsiteX3" fmla="*/ 1459417 w 1980696"/>
              <a:gd name="connsiteY3" fmla="*/ 2066510 h 2066510"/>
              <a:gd name="connsiteX0" fmla="*/ 0 w 1980696"/>
              <a:gd name="connsiteY0" fmla="*/ 1680311 h 1680311"/>
              <a:gd name="connsiteX1" fmla="*/ 1337031 w 1980696"/>
              <a:gd name="connsiteY1" fmla="*/ 0 h 1680311"/>
              <a:gd name="connsiteX2" fmla="*/ 1980696 w 1980696"/>
              <a:gd name="connsiteY2" fmla="*/ 1143817 h 1680311"/>
              <a:gd name="connsiteX3" fmla="*/ 1459417 w 1980696"/>
              <a:gd name="connsiteY3" fmla="*/ 1680311 h 1680311"/>
              <a:gd name="connsiteX4" fmla="*/ 0 w 1980696"/>
              <a:gd name="connsiteY4" fmla="*/ 1680311 h 1680311"/>
              <a:gd name="connsiteX0" fmla="*/ 0 w 1459417"/>
              <a:gd name="connsiteY0" fmla="*/ 1680311 h 1680311"/>
              <a:gd name="connsiteX1" fmla="*/ 1337031 w 1459417"/>
              <a:gd name="connsiteY1" fmla="*/ 0 h 1680311"/>
              <a:gd name="connsiteX2" fmla="*/ 1360698 w 1459417"/>
              <a:gd name="connsiteY2" fmla="*/ 208215 h 1680311"/>
              <a:gd name="connsiteX3" fmla="*/ 1459417 w 1459417"/>
              <a:gd name="connsiteY3" fmla="*/ 1680311 h 1680311"/>
              <a:gd name="connsiteX4" fmla="*/ 0 w 1459417"/>
              <a:gd name="connsiteY4" fmla="*/ 1680311 h 1680311"/>
              <a:gd name="connsiteX0" fmla="*/ 0 w 1360698"/>
              <a:gd name="connsiteY0" fmla="*/ 1680311 h 1688402"/>
              <a:gd name="connsiteX1" fmla="*/ 1337031 w 1360698"/>
              <a:gd name="connsiteY1" fmla="*/ 0 h 1688402"/>
              <a:gd name="connsiteX2" fmla="*/ 1360698 w 1360698"/>
              <a:gd name="connsiteY2" fmla="*/ 208215 h 1688402"/>
              <a:gd name="connsiteX3" fmla="*/ 278710 w 1360698"/>
              <a:gd name="connsiteY3" fmla="*/ 1688402 h 1688402"/>
              <a:gd name="connsiteX4" fmla="*/ 0 w 1360698"/>
              <a:gd name="connsiteY4" fmla="*/ 1680311 h 1688402"/>
              <a:gd name="connsiteX0" fmla="*/ 0 w 1360698"/>
              <a:gd name="connsiteY0" fmla="*/ 1680311 h 1698354"/>
              <a:gd name="connsiteX1" fmla="*/ 1337031 w 1360698"/>
              <a:gd name="connsiteY1" fmla="*/ 0 h 1698354"/>
              <a:gd name="connsiteX2" fmla="*/ 1360698 w 1360698"/>
              <a:gd name="connsiteY2" fmla="*/ 208215 h 1698354"/>
              <a:gd name="connsiteX3" fmla="*/ 415804 w 1360698"/>
              <a:gd name="connsiteY3" fmla="*/ 1698354 h 1698354"/>
              <a:gd name="connsiteX4" fmla="*/ 0 w 1360698"/>
              <a:gd name="connsiteY4" fmla="*/ 1680311 h 1698354"/>
              <a:gd name="connsiteX0" fmla="*/ 0 w 1360698"/>
              <a:gd name="connsiteY0" fmla="*/ 1556337 h 1574380"/>
              <a:gd name="connsiteX1" fmla="*/ 1226116 w 1360698"/>
              <a:gd name="connsiteY1" fmla="*/ 0 h 1574380"/>
              <a:gd name="connsiteX2" fmla="*/ 1360698 w 1360698"/>
              <a:gd name="connsiteY2" fmla="*/ 84241 h 1574380"/>
              <a:gd name="connsiteX3" fmla="*/ 415804 w 1360698"/>
              <a:gd name="connsiteY3" fmla="*/ 1574380 h 1574380"/>
              <a:gd name="connsiteX4" fmla="*/ 0 w 1360698"/>
              <a:gd name="connsiteY4" fmla="*/ 1556337 h 1574380"/>
              <a:gd name="connsiteX0" fmla="*/ 0 w 1303560"/>
              <a:gd name="connsiteY0" fmla="*/ 1556337 h 1574380"/>
              <a:gd name="connsiteX1" fmla="*/ 1226116 w 1303560"/>
              <a:gd name="connsiteY1" fmla="*/ 0 h 1574380"/>
              <a:gd name="connsiteX2" fmla="*/ 1303560 w 1303560"/>
              <a:gd name="connsiteY2" fmla="*/ 105569 h 1574380"/>
              <a:gd name="connsiteX3" fmla="*/ 415804 w 1303560"/>
              <a:gd name="connsiteY3" fmla="*/ 1574380 h 1574380"/>
              <a:gd name="connsiteX4" fmla="*/ 0 w 1303560"/>
              <a:gd name="connsiteY4" fmla="*/ 1556337 h 1574380"/>
              <a:gd name="connsiteX0" fmla="*/ 0 w 1246227"/>
              <a:gd name="connsiteY0" fmla="*/ 1580187 h 1580187"/>
              <a:gd name="connsiteX1" fmla="*/ 1168783 w 1246227"/>
              <a:gd name="connsiteY1" fmla="*/ 0 h 1580187"/>
              <a:gd name="connsiteX2" fmla="*/ 1246227 w 1246227"/>
              <a:gd name="connsiteY2" fmla="*/ 105569 h 1580187"/>
              <a:gd name="connsiteX3" fmla="*/ 358471 w 1246227"/>
              <a:gd name="connsiteY3" fmla="*/ 1574380 h 1580187"/>
              <a:gd name="connsiteX4" fmla="*/ 0 w 1246227"/>
              <a:gd name="connsiteY4" fmla="*/ 1580187 h 1580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227" h="1580187">
                <a:moveTo>
                  <a:pt x="0" y="1580187"/>
                </a:moveTo>
                <a:lnTo>
                  <a:pt x="1168783" y="0"/>
                </a:lnTo>
                <a:lnTo>
                  <a:pt x="1246227" y="105569"/>
                </a:lnTo>
                <a:lnTo>
                  <a:pt x="358471" y="1574380"/>
                </a:lnTo>
                <a:lnTo>
                  <a:pt x="0" y="158018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Freeform: Shape 23">
            <a:extLst>
              <a:ext uri="{FF2B5EF4-FFF2-40B4-BE49-F238E27FC236}">
                <a16:creationId xmlns:a16="http://schemas.microsoft.com/office/drawing/2014/main" id="{4F0A2415-21FA-4B06-89CA-A379C8C2E262}"/>
              </a:ext>
            </a:extLst>
          </p:cNvPr>
          <p:cNvSpPr/>
          <p:nvPr userDrawn="1"/>
        </p:nvSpPr>
        <p:spPr>
          <a:xfrm rot="17193105">
            <a:off x="11374788" y="2846425"/>
            <a:ext cx="243160" cy="406553"/>
          </a:xfrm>
          <a:custGeom>
            <a:avLst/>
            <a:gdLst>
              <a:gd name="connsiteX0" fmla="*/ 243160 w 243160"/>
              <a:gd name="connsiteY0" fmla="*/ 342071 h 406553"/>
              <a:gd name="connsiteX1" fmla="*/ 156493 w 243160"/>
              <a:gd name="connsiteY1" fmla="*/ 406553 h 406553"/>
              <a:gd name="connsiteX2" fmla="*/ 0 w 243160"/>
              <a:gd name="connsiteY2" fmla="*/ 0 h 406553"/>
              <a:gd name="connsiteX3" fmla="*/ 243160 w 243160"/>
              <a:gd name="connsiteY3" fmla="*/ 342071 h 406553"/>
            </a:gdLst>
            <a:ahLst/>
            <a:cxnLst>
              <a:cxn ang="0">
                <a:pos x="connsiteX0" y="connsiteY0"/>
              </a:cxn>
              <a:cxn ang="0">
                <a:pos x="connsiteX1" y="connsiteY1"/>
              </a:cxn>
              <a:cxn ang="0">
                <a:pos x="connsiteX2" y="connsiteY2"/>
              </a:cxn>
              <a:cxn ang="0">
                <a:pos x="connsiteX3" y="connsiteY3"/>
              </a:cxn>
            </a:cxnLst>
            <a:rect l="l" t="t" r="r" b="b"/>
            <a:pathLst>
              <a:path w="243160" h="406553">
                <a:moveTo>
                  <a:pt x="243160" y="342071"/>
                </a:moveTo>
                <a:lnTo>
                  <a:pt x="156493" y="406553"/>
                </a:lnTo>
                <a:lnTo>
                  <a:pt x="0" y="0"/>
                </a:lnTo>
                <a:lnTo>
                  <a:pt x="243160" y="34207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Freeform: Shape 22">
            <a:extLst>
              <a:ext uri="{FF2B5EF4-FFF2-40B4-BE49-F238E27FC236}">
                <a16:creationId xmlns:a16="http://schemas.microsoft.com/office/drawing/2014/main" id="{FF9CE8FE-77D6-45E0-BBF7-78F07AC29771}"/>
              </a:ext>
            </a:extLst>
          </p:cNvPr>
          <p:cNvSpPr/>
          <p:nvPr userDrawn="1"/>
        </p:nvSpPr>
        <p:spPr>
          <a:xfrm rot="17193105">
            <a:off x="10879052" y="2627354"/>
            <a:ext cx="692798" cy="510610"/>
          </a:xfrm>
          <a:custGeom>
            <a:avLst/>
            <a:gdLst>
              <a:gd name="connsiteX0" fmla="*/ 692798 w 692798"/>
              <a:gd name="connsiteY0" fmla="*/ 224339 h 510610"/>
              <a:gd name="connsiteX1" fmla="*/ 308036 w 692798"/>
              <a:gd name="connsiteY1" fmla="*/ 510610 h 510610"/>
              <a:gd name="connsiteX2" fmla="*/ 64876 w 692798"/>
              <a:gd name="connsiteY2" fmla="*/ 168539 h 510610"/>
              <a:gd name="connsiteX3" fmla="*/ 0 w 692798"/>
              <a:gd name="connsiteY3" fmla="*/ 0 h 510610"/>
              <a:gd name="connsiteX4" fmla="*/ 692798 w 692798"/>
              <a:gd name="connsiteY4" fmla="*/ 224339 h 510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98" h="510610">
                <a:moveTo>
                  <a:pt x="692798" y="224339"/>
                </a:moveTo>
                <a:lnTo>
                  <a:pt x="308036" y="510610"/>
                </a:lnTo>
                <a:lnTo>
                  <a:pt x="64876" y="168539"/>
                </a:lnTo>
                <a:lnTo>
                  <a:pt x="0" y="0"/>
                </a:lnTo>
                <a:lnTo>
                  <a:pt x="692798" y="22433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64878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10EE18F-610D-4230-BA82-4E5007401ADD}"/>
              </a:ext>
            </a:extLst>
          </p:cNvPr>
          <p:cNvSpPr txBox="1"/>
          <p:nvPr userDrawn="1"/>
        </p:nvSpPr>
        <p:spPr>
          <a:xfrm>
            <a:off x="8734570" y="6278857"/>
            <a:ext cx="2510557" cy="184666"/>
          </a:xfrm>
          <a:prstGeom prst="rect">
            <a:avLst/>
          </a:prstGeom>
          <a:noFill/>
        </p:spPr>
        <p:txBody>
          <a:bodyPr wrap="square" lIns="0" tIns="0" rIns="0" bIns="0" rtlCol="0">
            <a:noAutofit/>
          </a:bodyPr>
          <a:lstStyle/>
          <a:p>
            <a:pPr algn="r"/>
            <a:r>
              <a:rPr lang="en-US" sz="1200" noProof="0">
                <a:solidFill>
                  <a:schemeClr val="tx2"/>
                </a:solidFill>
                <a:latin typeface="+mj-lt"/>
              </a:rPr>
              <a:t>Trinh</a:t>
            </a:r>
            <a:r>
              <a:rPr lang="en-US" sz="1200" baseline="0" noProof="0">
                <a:solidFill>
                  <a:schemeClr val="tx2"/>
                </a:solidFill>
                <a:latin typeface="+mj-lt"/>
              </a:rPr>
              <a:t> Le Hung</a:t>
            </a:r>
            <a:endParaRPr lang="en-US" sz="1200" noProof="0" dirty="0">
              <a:solidFill>
                <a:schemeClr val="tx2"/>
              </a:solidFill>
              <a:latin typeface="+mj-lt"/>
            </a:endParaRPr>
          </a:p>
        </p:txBody>
      </p:sp>
      <p:sp>
        <p:nvSpPr>
          <p:cNvPr id="7" name="Octagon 6">
            <a:extLst>
              <a:ext uri="{FF2B5EF4-FFF2-40B4-BE49-F238E27FC236}">
                <a16:creationId xmlns:a16="http://schemas.microsoft.com/office/drawing/2014/main" id="{12B87281-2FCA-44C5-BFC9-FD653787EFC4}"/>
              </a:ext>
            </a:extLst>
          </p:cNvPr>
          <p:cNvSpPr/>
          <p:nvPr userDrawn="1"/>
        </p:nvSpPr>
        <p:spPr>
          <a:xfrm rot="1361022">
            <a:off x="11394972" y="6053793"/>
            <a:ext cx="634795" cy="634795"/>
          </a:xfrm>
          <a:prstGeom prst="octagon">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40000" cy="432000"/>
          </a:xfrm>
          <a:prstGeom prst="rect">
            <a:avLst/>
          </a:prstGeom>
        </p:spPr>
        <p:txBody>
          <a:bodyPr vert="horz" lIns="0" tIns="0" rIns="0" bIns="0" rtlCol="0" anchor="ctr">
            <a:noAutofit/>
          </a:bodyPr>
          <a:lstStyle/>
          <a:p>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40000" cy="4680000"/>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1999" y="6188628"/>
            <a:ext cx="8784941" cy="365125"/>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496369" y="6155190"/>
            <a:ext cx="432000" cy="432000"/>
          </a:xfrm>
          <a:prstGeom prst="ellipse">
            <a:avLst/>
          </a:prstGeom>
          <a:noFill/>
          <a:ln w="3175">
            <a:solidFill>
              <a:schemeClr val="accent1"/>
            </a:solidFill>
          </a:ln>
        </p:spPr>
        <p:txBody>
          <a:bodyPr vert="horz" lIns="0" tIns="0" rIns="0" bIns="0" rtlCol="0" anchor="ctr"/>
          <a:lstStyle>
            <a:lvl1pPr algn="ctr">
              <a:defRPr sz="1200" b="1" i="1">
                <a:solidFill>
                  <a:schemeClr val="tx1"/>
                </a:solidFill>
                <a:latin typeface="+mj-lt"/>
              </a:defRPr>
            </a:lvl1pPr>
          </a:lstStyle>
          <a:p>
            <a:fld id="{19B51A1E-902D-48AF-9020-955120F399B6}" type="slidenum">
              <a:rPr lang="en-US" noProof="0" smtClean="0"/>
              <a:pPr/>
              <a:t>‹#›</a:t>
            </a:fld>
            <a:endParaRPr lang="en-US" noProof="0" dirty="0"/>
          </a:p>
        </p:txBody>
      </p:sp>
      <p:sp>
        <p:nvSpPr>
          <p:cNvPr id="9" name="Oval 8">
            <a:extLst>
              <a:ext uri="{FF2B5EF4-FFF2-40B4-BE49-F238E27FC236}">
                <a16:creationId xmlns:a16="http://schemas.microsoft.com/office/drawing/2014/main" id="{B66BF03E-F48E-4C0A-9078-07AC4DDF896A}"/>
              </a:ext>
            </a:extLst>
          </p:cNvPr>
          <p:cNvSpPr/>
          <p:nvPr userDrawn="1"/>
        </p:nvSpPr>
        <p:spPr>
          <a:xfrm>
            <a:off x="11533871" y="6185902"/>
            <a:ext cx="73515" cy="735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accent1"/>
              </a:solidFill>
            </a:endParaRPr>
          </a:p>
        </p:txBody>
      </p:sp>
      <p:sp>
        <p:nvSpPr>
          <p:cNvPr id="10" name="Oval 9">
            <a:extLst>
              <a:ext uri="{FF2B5EF4-FFF2-40B4-BE49-F238E27FC236}">
                <a16:creationId xmlns:a16="http://schemas.microsoft.com/office/drawing/2014/main" id="{9F827500-FC74-463C-9312-BC59104AEBD6}"/>
              </a:ext>
            </a:extLst>
          </p:cNvPr>
          <p:cNvSpPr/>
          <p:nvPr userDrawn="1"/>
        </p:nvSpPr>
        <p:spPr>
          <a:xfrm>
            <a:off x="11892084" y="6561525"/>
            <a:ext cx="100439" cy="100439"/>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2AF375EA-F235-4EAA-A52F-D6BF0D6EDDCA}"/>
              </a:ext>
            </a:extLst>
          </p:cNvPr>
          <p:cNvSpPr/>
          <p:nvPr userDrawn="1"/>
        </p:nvSpPr>
        <p:spPr>
          <a:xfrm>
            <a:off x="11342875" y="5990144"/>
            <a:ext cx="260512" cy="26051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accent1"/>
              </a:solidFill>
            </a:endParaRPr>
          </a:p>
        </p:txBody>
      </p:sp>
      <p:sp>
        <p:nvSpPr>
          <p:cNvPr id="18" name="Rectangle 17">
            <a:extLst>
              <a:ext uri="{FF2B5EF4-FFF2-40B4-BE49-F238E27FC236}">
                <a16:creationId xmlns:a16="http://schemas.microsoft.com/office/drawing/2014/main" id="{7E3C8C5B-6356-4B7C-887C-A436D7DB4059}"/>
              </a:ext>
            </a:extLst>
          </p:cNvPr>
          <p:cNvSpPr/>
          <p:nvPr userDrawn="1"/>
        </p:nvSpPr>
        <p:spPr>
          <a:xfrm>
            <a:off x="0" y="6771286"/>
            <a:ext cx="12192000" cy="867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13120C00-0FF6-411F-B2D6-C625ED6BD241}"/>
              </a:ext>
            </a:extLst>
          </p:cNvPr>
          <p:cNvSpPr/>
          <p:nvPr userDrawn="1"/>
        </p:nvSpPr>
        <p:spPr>
          <a:xfrm>
            <a:off x="0" y="0"/>
            <a:ext cx="12192000" cy="867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ectangle 19">
            <a:extLst>
              <a:ext uri="{FF2B5EF4-FFF2-40B4-BE49-F238E27FC236}">
                <a16:creationId xmlns:a16="http://schemas.microsoft.com/office/drawing/2014/main" id="{2D142C1D-78E5-4AD5-BEF3-C015D6E3FEBD}"/>
              </a:ext>
            </a:extLst>
          </p:cNvPr>
          <p:cNvSpPr/>
          <p:nvPr userDrawn="1"/>
        </p:nvSpPr>
        <p:spPr>
          <a:xfrm rot="5400000">
            <a:off x="-3385643" y="3385642"/>
            <a:ext cx="6858001" cy="867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300D9306-2240-47FF-AA2F-DC7C26A008A4}"/>
              </a:ext>
            </a:extLst>
          </p:cNvPr>
          <p:cNvSpPr/>
          <p:nvPr userDrawn="1"/>
        </p:nvSpPr>
        <p:spPr>
          <a:xfrm rot="5400000">
            <a:off x="8719643" y="3385643"/>
            <a:ext cx="6858000" cy="867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 id="2147483650" r:id="rId4"/>
    <p:sldLayoutId id="2147483652" r:id="rId5"/>
    <p:sldLayoutId id="2147483656" r:id="rId6"/>
    <p:sldLayoutId id="2147483657" r:id="rId7"/>
    <p:sldLayoutId id="2147483668" r:id="rId8"/>
    <p:sldLayoutId id="2147483670" r:id="rId9"/>
    <p:sldLayoutId id="2147483653" r:id="rId10"/>
    <p:sldLayoutId id="2147483673" r:id="rId11"/>
    <p:sldLayoutId id="2147483674" r:id="rId12"/>
    <p:sldLayoutId id="2147483676" r:id="rId13"/>
    <p:sldLayoutId id="2147483677" r:id="rId14"/>
    <p:sldLayoutId id="2147483654" r:id="rId15"/>
    <p:sldLayoutId id="2147483660" r:id="rId16"/>
    <p:sldLayoutId id="2147483661" r:id="rId17"/>
    <p:sldLayoutId id="2147483678" r:id="rId18"/>
    <p:sldLayoutId id="2147483686" r:id="rId19"/>
    <p:sldLayoutId id="2147483687" r:id="rId20"/>
    <p:sldLayoutId id="2147483689" r:id="rId21"/>
    <p:sldLayoutId id="2147483690" r:id="rId22"/>
    <p:sldLayoutId id="2147483688" r:id="rId23"/>
  </p:sldLayoutIdLst>
  <p:hf hdr="0" ftr="0" dt="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gi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2.jpe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1.png"/><Relationship Id="rId3" Type="http://schemas.openxmlformats.org/officeDocument/2006/relationships/image" Target="../media/image28.jpeg"/><Relationship Id="rId7" Type="http://schemas.openxmlformats.org/officeDocument/2006/relationships/image" Target="../media/image32.svg"/><Relationship Id="rId12" Type="http://schemas.openxmlformats.org/officeDocument/2006/relationships/image" Target="../media/image36.sv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31.png"/><Relationship Id="rId11" Type="http://schemas.openxmlformats.org/officeDocument/2006/relationships/image" Target="../media/image35.png"/><Relationship Id="rId5" Type="http://schemas.openxmlformats.org/officeDocument/2006/relationships/image" Target="../media/image30.svg"/><Relationship Id="rId10" Type="http://schemas.openxmlformats.org/officeDocument/2006/relationships/hyperlink" Target="http://www.lqdtu.edu.vn/" TargetMode="External"/><Relationship Id="rId4" Type="http://schemas.openxmlformats.org/officeDocument/2006/relationships/image" Target="../media/image29.png"/><Relationship Id="rId9" Type="http://schemas.openxmlformats.org/officeDocument/2006/relationships/image" Target="../media/image3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9E4F3393-75F1-4D6F-B079-17254B9326A4}"/>
              </a:ext>
            </a:extLst>
          </p:cNvPr>
          <p:cNvSpPr txBox="1"/>
          <p:nvPr/>
        </p:nvSpPr>
        <p:spPr>
          <a:xfrm>
            <a:off x="3382037" y="307465"/>
            <a:ext cx="5228948" cy="789188"/>
          </a:xfrm>
          <a:prstGeom prst="rect">
            <a:avLst/>
          </a:prstGeom>
          <a:noFill/>
        </p:spPr>
        <p:txBody>
          <a:bodyPr wrap="square" lIns="0" tIns="0" rIns="0" bIns="0" rtlCol="0">
            <a:noAutofit/>
          </a:bodyPr>
          <a:lstStyle/>
          <a:p>
            <a:pPr algn="ctr"/>
            <a:r>
              <a:rPr lang="en-US" sz="2400" b="1">
                <a:solidFill>
                  <a:schemeClr val="tx1">
                    <a:lumMod val="75000"/>
                    <a:lumOff val="25000"/>
                  </a:schemeClr>
                </a:solidFill>
              </a:rPr>
              <a:t>HỌC VIỆN KỸ THUẬT QUÂN SỰ</a:t>
            </a:r>
          </a:p>
          <a:p>
            <a:pPr algn="ctr"/>
            <a:r>
              <a:rPr lang="en-US" sz="2400" b="1">
                <a:solidFill>
                  <a:schemeClr val="accent2">
                    <a:lumMod val="75000"/>
                  </a:schemeClr>
                </a:solidFill>
                <a:latin typeface="+mn-lt"/>
              </a:rPr>
              <a:t>LE QUY DON TECHNICAL UNIVERSITY</a:t>
            </a:r>
            <a:endParaRPr lang="en-US" sz="2400" b="1" dirty="0">
              <a:solidFill>
                <a:schemeClr val="accent2">
                  <a:lumMod val="75000"/>
                </a:schemeClr>
              </a:solidFill>
              <a:latin typeface="+mn-lt"/>
            </a:endParaRPr>
          </a:p>
        </p:txBody>
      </p:sp>
      <p:sp>
        <p:nvSpPr>
          <p:cNvPr id="16" name="TextBox 15">
            <a:extLst>
              <a:ext uri="{FF2B5EF4-FFF2-40B4-BE49-F238E27FC236}">
                <a16:creationId xmlns:a16="http://schemas.microsoft.com/office/drawing/2014/main" id="{98694AD0-7B3D-44F5-8457-F227DC3F6F78}"/>
              </a:ext>
            </a:extLst>
          </p:cNvPr>
          <p:cNvSpPr txBox="1"/>
          <p:nvPr/>
        </p:nvSpPr>
        <p:spPr>
          <a:xfrm>
            <a:off x="865632" y="2264663"/>
            <a:ext cx="10460736" cy="1536361"/>
          </a:xfrm>
          <a:prstGeom prst="rect">
            <a:avLst/>
          </a:prstGeom>
          <a:noFill/>
          <a:ln>
            <a:solidFill>
              <a:srgbClr val="FF0000"/>
            </a:solidFill>
          </a:ln>
        </p:spPr>
        <p:txBody>
          <a:bodyPr wrap="square" lIns="0" tIns="0" rIns="0" bIns="0" rtlCol="0">
            <a:noAutofit/>
          </a:bodyPr>
          <a:lstStyle/>
          <a:p>
            <a:pPr algn="ctr">
              <a:lnSpc>
                <a:spcPct val="114000"/>
              </a:lnSpc>
            </a:pPr>
            <a:r>
              <a:rPr lang="en-US" sz="2800" b="1" cap="all">
                <a:effectLst/>
                <a:latin typeface="Arial" panose="020B0604020202020204" pitchFamily="34" charset="0"/>
                <a:ea typeface="Times New Roman" panose="02020603050405020304" pitchFamily="18" charset="0"/>
                <a:cs typeface="Arial" panose="020B0604020202020204" pitchFamily="34" charset="0"/>
              </a:rPr>
              <a:t>MÔ HÌNH HÓA XU HƯỚNG PHÁT TRIỂN SỬ DỤNG ĐẤT/LỚP PHỦ KHU VỰC ĐÔ THỊ SỬ DỤNG DỮ LIỆU VIỄN THÁM VÀ CÁC MÔ HÌNH TRÍ TUỆ NHÂN TẠO</a:t>
            </a:r>
            <a:endParaRPr lang="en-US" sz="2800" b="1" dirty="0">
              <a:solidFill>
                <a:schemeClr val="accent2">
                  <a:lumMod val="75000"/>
                </a:schemeClr>
              </a:solidFill>
              <a:latin typeface="Arial" panose="020B0604020202020204" pitchFamily="34" charset="0"/>
              <a:cs typeface="Arial" panose="020B0604020202020204" pitchFamily="34" charset="0"/>
            </a:endParaRPr>
          </a:p>
        </p:txBody>
      </p:sp>
      <p:pic>
        <p:nvPicPr>
          <p:cNvPr id="8198" name="Picture 6" descr="10+ Free Artificial Satellite &amp; Satellite Images - Pixabay">
            <a:extLst>
              <a:ext uri="{FF2B5EF4-FFF2-40B4-BE49-F238E27FC236}">
                <a16:creationId xmlns:a16="http://schemas.microsoft.com/office/drawing/2014/main" id="{C183728D-FDF1-453B-B887-891E1E39B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8725" y="116109"/>
            <a:ext cx="2384779" cy="158985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D6ED8DA-11D5-4C6E-82B8-C6F62E4D06B4}"/>
              </a:ext>
            </a:extLst>
          </p:cNvPr>
          <p:cNvSpPr txBox="1"/>
          <p:nvPr/>
        </p:nvSpPr>
        <p:spPr>
          <a:xfrm>
            <a:off x="5010912" y="4696095"/>
            <a:ext cx="6790944" cy="458074"/>
          </a:xfrm>
          <a:prstGeom prst="rect">
            <a:avLst/>
          </a:prstGeom>
          <a:noFill/>
        </p:spPr>
        <p:txBody>
          <a:bodyPr wrap="square">
            <a:spAutoFit/>
          </a:bodyPr>
          <a:lstStyle/>
          <a:p>
            <a:pPr algn="r">
              <a:lnSpc>
                <a:spcPct val="150000"/>
              </a:lnSpc>
              <a:spcBef>
                <a:spcPts val="300"/>
              </a:spcBef>
            </a:pPr>
            <a:r>
              <a:rPr lang="en-US" sz="1800" b="1">
                <a:effectLst/>
                <a:latin typeface="Times New Roman" panose="02020603050405020304" pitchFamily="18" charset="0"/>
                <a:ea typeface="Times New Roman" panose="02020603050405020304" pitchFamily="18" charset="0"/>
              </a:rPr>
              <a:t>Trịnh Lê Hùng, Phạm Văn Tùng, Lê Văn Phú </a:t>
            </a:r>
            <a:endParaRPr lang="en-US" sz="2000">
              <a:effectLst/>
              <a:latin typeface="Times New Roman" panose="02020603050405020304" pitchFamily="18" charset="0"/>
              <a:ea typeface="Times New Roman" panose="02020603050405020304" pitchFamily="18" charset="0"/>
            </a:endParaRPr>
          </a:p>
        </p:txBody>
      </p:sp>
      <p:pic>
        <p:nvPicPr>
          <p:cNvPr id="9" name="Picture 2" descr="Học Viện Kỹ Thuật Quân Sự (MTA) - Home | Facebook">
            <a:extLst>
              <a:ext uri="{FF2B5EF4-FFF2-40B4-BE49-F238E27FC236}">
                <a16:creationId xmlns:a16="http://schemas.microsoft.com/office/drawing/2014/main" id="{D8B25BB0-52F5-4950-8478-26D899CDA7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725" y="247928"/>
            <a:ext cx="1326214" cy="1326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234858"/>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4"/>
          </p:nvPr>
        </p:nvSpPr>
        <p:spPr/>
        <p:txBody>
          <a:bodyPr/>
          <a:lstStyle/>
          <a:p>
            <a:fld id="{19B51A1E-902D-48AF-9020-955120F399B6}" type="slidenum">
              <a:rPr lang="en-US" noProof="0" smtClean="0"/>
              <a:pPr/>
              <a:t>2</a:t>
            </a:fld>
            <a:endParaRPr lang="en-US" noProof="0" dirty="0"/>
          </a:p>
        </p:txBody>
      </p:sp>
      <p:sp>
        <p:nvSpPr>
          <p:cNvPr id="6" name="Content Placeholder 5"/>
          <p:cNvSpPr>
            <a:spLocks noGrp="1"/>
          </p:cNvSpPr>
          <p:nvPr>
            <p:ph idx="15"/>
          </p:nvPr>
        </p:nvSpPr>
        <p:spPr>
          <a:xfrm>
            <a:off x="5428275" y="1075467"/>
            <a:ext cx="6367975" cy="4623584"/>
          </a:xfrm>
        </p:spPr>
        <p:txBody>
          <a:bodyPr/>
          <a:lstStyle/>
          <a:p>
            <a:pPr algn="just"/>
            <a:r>
              <a:rPr lang="fr-FR" sz="2400" b="1"/>
              <a:t>Biến động sử dụng đất/lớp phủ (LU/LC) là kết quả của mối quan hệ tổng hợp giữa các yếu tố tự nhiên, kinh tế và xã hội. </a:t>
            </a:r>
            <a:r>
              <a:rPr lang="nl-NL" sz="2400" b="1"/>
              <a:t> </a:t>
            </a:r>
            <a:endParaRPr lang="en-US" sz="2400" b="1"/>
          </a:p>
          <a:p>
            <a:pPr algn="just"/>
            <a:r>
              <a:rPr lang="nl-NL" sz="2400" b="1"/>
              <a:t>Đây là thông tin quan trọng phục vụ công tác quản lý, quy hoạch và phát triển khu vực đô thị (</a:t>
            </a:r>
            <a:r>
              <a:rPr lang="nl-NL" sz="2400" b="1">
                <a:solidFill>
                  <a:srgbClr val="0070C0"/>
                </a:solidFill>
              </a:rPr>
              <a:t>Liu et al., 2020; Xu et al., 2022</a:t>
            </a:r>
            <a:r>
              <a:rPr lang="nl-NL" sz="2400" b="1"/>
              <a:t>). </a:t>
            </a:r>
          </a:p>
          <a:p>
            <a:pPr algn="just"/>
            <a:r>
              <a:rPr lang="nl-NL" sz="2400" b="1"/>
              <a:t>Quá trình đô thị hóa nhanh chóng trong thời gian gần đây dẫn đến những thay đổi sâu sắc trong lớp phủ/sử dụng đất khu vực đô thị, trong đó rõ nhất là sự gia tăng các bề mặt không thấm (impervious surface) và sự suy giảm diện tích thảm thực vật và mặt nước ở các thành phố.</a:t>
            </a:r>
          </a:p>
        </p:txBody>
      </p:sp>
      <p:sp>
        <p:nvSpPr>
          <p:cNvPr id="7" name="Title 1">
            <a:extLst>
              <a:ext uri="{FF2B5EF4-FFF2-40B4-BE49-F238E27FC236}">
                <a16:creationId xmlns:a16="http://schemas.microsoft.com/office/drawing/2014/main" id="{7B403B43-1D36-427C-9402-2B11425C1275}"/>
              </a:ext>
            </a:extLst>
          </p:cNvPr>
          <p:cNvSpPr>
            <a:spLocks noGrp="1"/>
          </p:cNvSpPr>
          <p:nvPr>
            <p:ph type="ctrTitle"/>
          </p:nvPr>
        </p:nvSpPr>
        <p:spPr>
          <a:xfrm>
            <a:off x="5428276" y="198078"/>
            <a:ext cx="6367975" cy="863601"/>
          </a:xfrm>
          <a:solidFill>
            <a:srgbClr val="071436"/>
          </a:solidFill>
        </p:spPr>
        <p:txBody>
          <a:bodyPr/>
          <a:lstStyle/>
          <a:p>
            <a:r>
              <a:rPr lang="en-US" sz="4000"/>
              <a:t>Đặt vấn đề</a:t>
            </a:r>
            <a:endParaRPr lang="en-US" sz="4000" dirty="0"/>
          </a:p>
        </p:txBody>
      </p:sp>
      <p:pic>
        <p:nvPicPr>
          <p:cNvPr id="1028" name="Picture 4" descr="Remote Sensing – Equator">
            <a:extLst>
              <a:ext uri="{FF2B5EF4-FFF2-40B4-BE49-F238E27FC236}">
                <a16:creationId xmlns:a16="http://schemas.microsoft.com/office/drawing/2014/main" id="{7658BD63-9F2C-438B-AE17-41A96F79B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179" y="198078"/>
            <a:ext cx="3429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New publication on amazing results from the niche - Remote sensing for urban  research - in German - Earth Observation News">
            <a:extLst>
              <a:ext uri="{FF2B5EF4-FFF2-40B4-BE49-F238E27FC236}">
                <a16:creationId xmlns:a16="http://schemas.microsoft.com/office/drawing/2014/main" id="{139A01A0-8DE8-4661-8332-A57270B79C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750" y="3655429"/>
            <a:ext cx="4827248" cy="2715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756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arn(inVertic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arn(inVertical)">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Đặt vấn đề</a:t>
            </a:r>
            <a:endParaRPr lang="en-GB" dirty="0"/>
          </a:p>
        </p:txBody>
      </p:sp>
      <p:sp>
        <p:nvSpPr>
          <p:cNvPr id="4" name="Slide Number Placeholder 3"/>
          <p:cNvSpPr>
            <a:spLocks noGrp="1"/>
          </p:cNvSpPr>
          <p:nvPr>
            <p:ph type="sldNum" sz="quarter" idx="14"/>
          </p:nvPr>
        </p:nvSpPr>
        <p:spPr/>
        <p:txBody>
          <a:bodyPr/>
          <a:lstStyle/>
          <a:p>
            <a:fld id="{19B51A1E-902D-48AF-9020-955120F399B6}" type="slidenum">
              <a:rPr lang="en-US" noProof="0" smtClean="0"/>
              <a:pPr/>
              <a:t>3</a:t>
            </a:fld>
            <a:endParaRPr lang="en-US" noProof="0" dirty="0"/>
          </a:p>
        </p:txBody>
      </p:sp>
      <p:sp>
        <p:nvSpPr>
          <p:cNvPr id="10" name="TextBox 9"/>
          <p:cNvSpPr txBox="1"/>
          <p:nvPr/>
        </p:nvSpPr>
        <p:spPr>
          <a:xfrm>
            <a:off x="6396089" y="270810"/>
            <a:ext cx="5316280" cy="5597736"/>
          </a:xfrm>
          <a:prstGeom prst="rect">
            <a:avLst/>
          </a:prstGeom>
          <a:noFill/>
        </p:spPr>
        <p:txBody>
          <a:bodyPr wrap="square" lIns="0" tIns="0" rIns="0" bIns="0" rtlCol="0">
            <a:noAutofit/>
          </a:bodyPr>
          <a:lstStyle/>
          <a:p>
            <a:pPr marL="342900" indent="-342900" algn="just">
              <a:lnSpc>
                <a:spcPct val="114000"/>
              </a:lnSpc>
              <a:spcAft>
                <a:spcPts val="600"/>
              </a:spcAft>
              <a:buFont typeface="Wingdings" panose="05000000000000000000" pitchFamily="2" charset="2"/>
              <a:buChar char="§"/>
            </a:pPr>
            <a:r>
              <a:rPr lang="nl-NL" sz="2400" b="1"/>
              <a:t>Dữ liệu viễn thám hỗ trợ xác định sự thay đổi lớp phủ/sử dụng đất trong những khoảng thời gian từ trong quá khứ cho đến hiện tại một cách hệ thống và có tính đồng nhất cao (</a:t>
            </a:r>
            <a:r>
              <a:rPr lang="nl-NL" sz="2400" b="1">
                <a:solidFill>
                  <a:srgbClr val="0070C0"/>
                </a:solidFill>
              </a:rPr>
              <a:t>Sati and Mohan, 2018; Gong et al., 2020; Liu et al., 2020; Yin et al., 2021</a:t>
            </a:r>
            <a:r>
              <a:rPr lang="nl-NL" sz="2400" b="1"/>
              <a:t>)</a:t>
            </a:r>
            <a:r>
              <a:rPr lang="pt-BR" sz="2400" b="1"/>
              <a:t>.</a:t>
            </a:r>
          </a:p>
          <a:p>
            <a:pPr marL="342900" indent="-342900" algn="just">
              <a:lnSpc>
                <a:spcPct val="114000"/>
              </a:lnSpc>
              <a:spcAft>
                <a:spcPts val="600"/>
              </a:spcAft>
              <a:buFont typeface="Wingdings" panose="05000000000000000000" pitchFamily="2" charset="2"/>
              <a:buChar char="§"/>
            </a:pPr>
            <a:r>
              <a:rPr lang="nl-NL" sz="2400" b="1"/>
              <a:t>Công nghệ GIS với khả năng phân tích dữ liệu không gian mạnh cho phép định lượng, phân tích, mô hình hóa sự biến đổi lớp phủ/sử dụng đất để xác định xu thế phát triển trong tương lai</a:t>
            </a:r>
            <a:r>
              <a:rPr lang="pt-BR" sz="2400" b="1"/>
              <a:t> </a:t>
            </a:r>
            <a:r>
              <a:rPr lang="nl-NL" sz="2400" b="1"/>
              <a:t>(</a:t>
            </a:r>
            <a:r>
              <a:rPr lang="nl-NL" sz="2400" b="1">
                <a:solidFill>
                  <a:srgbClr val="0070C0"/>
                </a:solidFill>
              </a:rPr>
              <a:t>Chaula, 2019; Asori and Adu, 2023</a:t>
            </a:r>
            <a:r>
              <a:rPr lang="nl-NL" sz="2400" b="1"/>
              <a:t>).</a:t>
            </a:r>
            <a:endParaRPr lang="en-US" sz="2400" b="1"/>
          </a:p>
          <a:p>
            <a:pPr algn="l"/>
            <a:endParaRPr lang="en-GB" sz="2800" b="1" dirty="0">
              <a:cs typeface="Times New Roman" panose="02020603050405020304" pitchFamily="18" charset="0"/>
            </a:endParaRPr>
          </a:p>
        </p:txBody>
      </p:sp>
      <p:pic>
        <p:nvPicPr>
          <p:cNvPr id="14340" name="Picture 4" descr="Examples of urban feature interpretation symbols in remote sensing... |  Download Scientific Diagram">
            <a:extLst>
              <a:ext uri="{FF2B5EF4-FFF2-40B4-BE49-F238E27FC236}">
                <a16:creationId xmlns:a16="http://schemas.microsoft.com/office/drawing/2014/main" id="{49FA24B3-2B60-4CCA-8794-1545F5A3552C}"/>
              </a:ext>
            </a:extLst>
          </p:cNvPr>
          <p:cNvPicPr>
            <a:picLocks noGrp="1" noChangeAspect="1" noChangeArrowheads="1"/>
          </p:cNvPicPr>
          <p:nvPr>
            <p:ph type="pic" sz="quarter" idx="12"/>
          </p:nvPr>
        </p:nvPicPr>
        <p:blipFill>
          <a:blip r:embed="rId2">
            <a:extLst>
              <a:ext uri="{28A0092B-C50C-407E-A947-70E740481C1C}">
                <a14:useLocalDpi xmlns:a14="http://schemas.microsoft.com/office/drawing/2010/main" val="0"/>
              </a:ext>
            </a:extLst>
          </a:blip>
          <a:srcRect t="3957" b="3957"/>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descr="Shaping Cities of Tomorrow: AI-Powered Remote Sensing for Monitoring Urban  Growth and Infrastructure Development">
            <a:extLst>
              <a:ext uri="{FF2B5EF4-FFF2-40B4-BE49-F238E27FC236}">
                <a16:creationId xmlns:a16="http://schemas.microsoft.com/office/drawing/2014/main" id="{C9EC5471-A685-4A65-9F71-AB5008FAA3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00" y="4927601"/>
            <a:ext cx="6009284" cy="1843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0750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63EC893-D6FA-CFE0-C7FF-D73D8E5C88FC}"/>
              </a:ext>
            </a:extLst>
          </p:cNvPr>
          <p:cNvSpPr>
            <a:spLocks noGrp="1"/>
          </p:cNvSpPr>
          <p:nvPr>
            <p:ph type="title"/>
          </p:nvPr>
        </p:nvSpPr>
        <p:spPr>
          <a:xfrm>
            <a:off x="432000" y="432000"/>
            <a:ext cx="7017312" cy="432000"/>
          </a:xfrm>
        </p:spPr>
        <p:txBody>
          <a:bodyPr/>
          <a:lstStyle/>
          <a:p>
            <a:r>
              <a:rPr lang="en-US" sz="2800"/>
              <a:t>TÌNH HÌNH NGHIÊN CỨU TRÊN THẾ GIỚI</a:t>
            </a:r>
          </a:p>
        </p:txBody>
      </p:sp>
      <p:sp>
        <p:nvSpPr>
          <p:cNvPr id="5" name="Slide Number Placeholder 4">
            <a:extLst>
              <a:ext uri="{FF2B5EF4-FFF2-40B4-BE49-F238E27FC236}">
                <a16:creationId xmlns:a16="http://schemas.microsoft.com/office/drawing/2014/main" id="{17F93419-E5EC-480A-BDA3-F2373844FCDE}"/>
              </a:ext>
            </a:extLst>
          </p:cNvPr>
          <p:cNvSpPr>
            <a:spLocks noGrp="1"/>
          </p:cNvSpPr>
          <p:nvPr>
            <p:ph type="sldNum" sz="quarter" idx="11"/>
          </p:nvPr>
        </p:nvSpPr>
        <p:spPr>
          <a:xfrm>
            <a:off x="11496369" y="6155190"/>
            <a:ext cx="432000" cy="432000"/>
          </a:xfrm>
        </p:spPr>
        <p:txBody>
          <a:bodyPr anchor="ctr">
            <a:normAutofit/>
          </a:bodyPr>
          <a:lstStyle/>
          <a:p>
            <a:pPr>
              <a:spcAft>
                <a:spcPts val="600"/>
              </a:spcAft>
            </a:pPr>
            <a:fld id="{19B51A1E-902D-48AF-9020-955120F399B6}" type="slidenum">
              <a:rPr lang="en-US" noProof="0" smtClean="0"/>
              <a:pPr>
                <a:spcAft>
                  <a:spcPts val="600"/>
                </a:spcAft>
              </a:pPr>
              <a:t>4</a:t>
            </a:fld>
            <a:endParaRPr lang="en-US" noProof="0"/>
          </a:p>
        </p:txBody>
      </p:sp>
      <p:sp>
        <p:nvSpPr>
          <p:cNvPr id="4" name="TextBox 3">
            <a:extLst>
              <a:ext uri="{FF2B5EF4-FFF2-40B4-BE49-F238E27FC236}">
                <a16:creationId xmlns:a16="http://schemas.microsoft.com/office/drawing/2014/main" id="{0A89B6D2-9C96-4DB7-A5E4-A511241B8FA9}"/>
              </a:ext>
            </a:extLst>
          </p:cNvPr>
          <p:cNvSpPr txBox="1"/>
          <p:nvPr/>
        </p:nvSpPr>
        <p:spPr>
          <a:xfrm>
            <a:off x="432001" y="1157102"/>
            <a:ext cx="5333483" cy="5430088"/>
          </a:xfrm>
          <a:prstGeom prst="rect">
            <a:avLst/>
          </a:prstGeom>
          <a:noFill/>
        </p:spPr>
        <p:txBody>
          <a:bodyPr wrap="square" lIns="0" tIns="0" rIns="0" bIns="0" rtlCol="0">
            <a:noAutofit/>
          </a:bodyPr>
          <a:lstStyle/>
          <a:p>
            <a:pPr marL="342900" indent="-342900" algn="just">
              <a:lnSpc>
                <a:spcPct val="114000"/>
              </a:lnSpc>
              <a:buFont typeface="Arial" panose="020B0604020202020204" pitchFamily="34" charset="0"/>
              <a:buChar char="•"/>
            </a:pPr>
            <a:r>
              <a:rPr lang="en-US" sz="2200" b="1">
                <a:effectLst/>
                <a:ea typeface="Times New Roman" panose="02020603050405020304" pitchFamily="18" charset="0"/>
                <a:cs typeface="Arial" panose="020B0604020202020204" pitchFamily="34" charset="0"/>
              </a:rPr>
              <a:t>Nhiều nghiên cứu trên thế giới đã ứng dụng công nghệ viễn thám và GIS nhằm mô hình hóa xu thế biến động lớp phủ/sử dụng đất</a:t>
            </a:r>
            <a:r>
              <a:rPr lang="vi-VN" sz="2200" b="1">
                <a:effectLst/>
                <a:ea typeface="Times New Roman" panose="02020603050405020304" pitchFamily="18" charset="0"/>
                <a:cs typeface="Arial" panose="020B0604020202020204" pitchFamily="34" charset="0"/>
              </a:rPr>
              <a:t>. </a:t>
            </a:r>
            <a:endParaRPr lang="en-US" sz="2200" b="1">
              <a:effectLst/>
              <a:ea typeface="Times New Roman" panose="02020603050405020304" pitchFamily="18" charset="0"/>
              <a:cs typeface="Arial" panose="020B0604020202020204" pitchFamily="34" charset="0"/>
            </a:endParaRPr>
          </a:p>
          <a:p>
            <a:pPr marL="342900" indent="-342900" algn="just">
              <a:lnSpc>
                <a:spcPct val="114000"/>
              </a:lnSpc>
              <a:buFont typeface="Arial" panose="020B0604020202020204" pitchFamily="34" charset="0"/>
              <a:buChar char="•"/>
            </a:pPr>
            <a:r>
              <a:rPr lang="nl-NL" sz="2200" b="1">
                <a:solidFill>
                  <a:srgbClr val="000000"/>
                </a:solidFill>
                <a:effectLst/>
                <a:ea typeface="Times New Roman" panose="02020603050405020304" pitchFamily="18" charset="0"/>
              </a:rPr>
              <a:t>Trong nghiên cứu tại California (Mỹ), Washburn cho rằng việc phát triển khu vực thương mại dành cho bán lẻ sẽ dẫn đến 86% lớp phủ đất đô thị trở thành bề mặt không thấm (</a:t>
            </a:r>
            <a:r>
              <a:rPr lang="nl-NL" sz="2200" b="1">
                <a:solidFill>
                  <a:srgbClr val="0070C0"/>
                </a:solidFill>
                <a:effectLst/>
                <a:ea typeface="Times New Roman" panose="02020603050405020304" pitchFamily="18" charset="0"/>
              </a:rPr>
              <a:t>Washburn et al., 2010</a:t>
            </a:r>
            <a:r>
              <a:rPr lang="nl-NL" sz="2200" b="1">
                <a:solidFill>
                  <a:srgbClr val="000000"/>
                </a:solidFill>
                <a:effectLst/>
                <a:ea typeface="Times New Roman" panose="02020603050405020304" pitchFamily="18" charset="0"/>
              </a:rPr>
              <a:t>). </a:t>
            </a:r>
          </a:p>
          <a:p>
            <a:pPr marL="342900" indent="-342900" algn="just">
              <a:lnSpc>
                <a:spcPct val="114000"/>
              </a:lnSpc>
              <a:buFont typeface="Arial" panose="020B0604020202020204" pitchFamily="34" charset="0"/>
              <a:buChar char="•"/>
            </a:pPr>
            <a:r>
              <a:rPr lang="nl-NL" sz="2200" b="1">
                <a:solidFill>
                  <a:srgbClr val="000000"/>
                </a:solidFill>
                <a:effectLst/>
                <a:ea typeface="Times New Roman" panose="02020603050405020304" pitchFamily="18" charset="0"/>
              </a:rPr>
              <a:t>Một số nghiên cứu khác đã sử dụng các mô hình toán học như Markov, CA, CLUMondo... để dự báo biến động lớp phủ/sử dụng đất từ dữ liệu viễn thám và GIS (</a:t>
            </a:r>
            <a:r>
              <a:rPr lang="nl-NL" sz="2200" b="1">
                <a:solidFill>
                  <a:srgbClr val="0070C0"/>
                </a:solidFill>
                <a:effectLst/>
                <a:ea typeface="Times New Roman" panose="02020603050405020304" pitchFamily="18" charset="0"/>
              </a:rPr>
              <a:t>Khawaldah, 2016;</a:t>
            </a:r>
            <a:r>
              <a:rPr lang="nl-NL" sz="2200" b="1">
                <a:solidFill>
                  <a:srgbClr val="000000"/>
                </a:solidFill>
                <a:effectLst/>
                <a:ea typeface="Times New Roman" panose="02020603050405020304" pitchFamily="18" charset="0"/>
              </a:rPr>
              <a:t> </a:t>
            </a:r>
            <a:r>
              <a:rPr lang="nl-NL" sz="2200" b="1">
                <a:solidFill>
                  <a:srgbClr val="0070C0"/>
                </a:solidFill>
                <a:effectLst/>
                <a:ea typeface="Times New Roman" panose="02020603050405020304" pitchFamily="18" charset="0"/>
              </a:rPr>
              <a:t>Misagh et al., 2018; Chaula, 2019; Asori and Adu, 2023</a:t>
            </a:r>
            <a:r>
              <a:rPr lang="nl-NL" sz="2200" b="1">
                <a:solidFill>
                  <a:srgbClr val="000000"/>
                </a:solidFill>
                <a:effectLst/>
                <a:ea typeface="Times New Roman" panose="02020603050405020304" pitchFamily="18" charset="0"/>
              </a:rPr>
              <a:t>).</a:t>
            </a:r>
            <a:endParaRPr lang="en-US" sz="2200" b="1" dirty="0">
              <a:solidFill>
                <a:schemeClr val="tx1">
                  <a:lumMod val="75000"/>
                  <a:lumOff val="25000"/>
                </a:schemeClr>
              </a:solidFill>
              <a:cs typeface="Arial" panose="020B0604020202020204" pitchFamily="34" charset="0"/>
            </a:endParaRPr>
          </a:p>
        </p:txBody>
      </p:sp>
      <p:pic>
        <p:nvPicPr>
          <p:cNvPr id="15362" name="Picture 2" descr="The actual urban patterns from remote sensing classification and the... |  Download Scientific Diagram">
            <a:extLst>
              <a:ext uri="{FF2B5EF4-FFF2-40B4-BE49-F238E27FC236}">
                <a16:creationId xmlns:a16="http://schemas.microsoft.com/office/drawing/2014/main" id="{3D997EDC-F460-4404-A9B4-FFB77C5B1B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0443" y="1157102"/>
            <a:ext cx="5423412" cy="4957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4437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DFB2076-ED27-384F-AA60-C162A455D1CB}"/>
              </a:ext>
            </a:extLst>
          </p:cNvPr>
          <p:cNvSpPr>
            <a:spLocks noGrp="1"/>
          </p:cNvSpPr>
          <p:nvPr>
            <p:ph type="sldNum" sz="quarter" idx="14"/>
          </p:nvPr>
        </p:nvSpPr>
        <p:spPr/>
        <p:txBody>
          <a:bodyPr/>
          <a:lstStyle/>
          <a:p>
            <a:fld id="{19B51A1E-902D-48AF-9020-955120F399B6}" type="slidenum">
              <a:rPr lang="en-US" smtClean="0"/>
              <a:pPr/>
              <a:t>5</a:t>
            </a:fld>
            <a:endParaRPr lang="en-US" dirty="0"/>
          </a:p>
        </p:txBody>
      </p:sp>
      <p:sp>
        <p:nvSpPr>
          <p:cNvPr id="2" name="TextBox 1"/>
          <p:cNvSpPr txBox="1"/>
          <p:nvPr/>
        </p:nvSpPr>
        <p:spPr>
          <a:xfrm>
            <a:off x="263631" y="1011085"/>
            <a:ext cx="5541746" cy="5576105"/>
          </a:xfrm>
          <a:prstGeom prst="rect">
            <a:avLst/>
          </a:prstGeom>
          <a:noFill/>
          <a:ln>
            <a:solidFill>
              <a:srgbClr val="FF0000"/>
            </a:solidFill>
          </a:ln>
        </p:spPr>
        <p:txBody>
          <a:bodyPr wrap="square" lIns="0" tIns="0" rIns="0" bIns="0" rtlCol="0">
            <a:noAutofit/>
          </a:bodyPr>
          <a:lstStyle/>
          <a:p>
            <a:pPr marL="285750" indent="-285750" algn="just">
              <a:lnSpc>
                <a:spcPct val="114000"/>
              </a:lnSpc>
              <a:buFont typeface="Arial" panose="020B0604020202020204" pitchFamily="34" charset="0"/>
              <a:buChar char="•"/>
            </a:pPr>
            <a:r>
              <a:rPr lang="nl-NL" sz="2200" b="1"/>
              <a:t>Cách tiếp cận này cung cấp một phương pháp đơn giản trong dự báo, tuy nhiên các mô hình này cũng có nhược điểm cơ bản khi kết quả dự báo chỉ hiệu quả và đạt độ chính xác cao khi các kịch bản sử dụng đất được thực hiện đầy đủ. </a:t>
            </a:r>
          </a:p>
          <a:p>
            <a:pPr marL="285750" indent="-285750" algn="just">
              <a:lnSpc>
                <a:spcPct val="114000"/>
              </a:lnSpc>
              <a:buFont typeface="Arial" panose="020B0604020202020204" pitchFamily="34" charset="0"/>
              <a:buChar char="•"/>
            </a:pPr>
            <a:r>
              <a:rPr lang="nl-NL" sz="2200" b="1"/>
              <a:t>Một số nghiên cứu gần đây đã phát triển các mô hình hồi quy giữa các thành phần sử dụng đất/lớp phủ đô thị và mật độ dân cư để dự báo xu thế phát triển trong tương lai. </a:t>
            </a:r>
          </a:p>
          <a:p>
            <a:pPr marL="285750" indent="-285750" algn="just">
              <a:lnSpc>
                <a:spcPct val="114000"/>
              </a:lnSpc>
              <a:buFont typeface="Arial" panose="020B0604020202020204" pitchFamily="34" charset="0"/>
              <a:buChar char="•"/>
            </a:pPr>
            <a:r>
              <a:rPr lang="nl-NL" sz="2200" b="1"/>
              <a:t>Các biến như tăng trưởng dân số, thương mại,...cũng được đưa vào một số mô hình nhằm nâng cao độ chính xác kết quả dự báo (</a:t>
            </a:r>
            <a:r>
              <a:rPr lang="nl-NL" sz="2200" b="1">
                <a:solidFill>
                  <a:srgbClr val="0070C0"/>
                </a:solidFill>
              </a:rPr>
              <a:t>Azimand et al., 2020; Li et al., 2021; Ramezani et al., 2021</a:t>
            </a:r>
            <a:r>
              <a:rPr lang="nl-NL" sz="2200" b="1"/>
              <a:t>)</a:t>
            </a:r>
            <a:r>
              <a:rPr lang="vi-VN" sz="2200" b="1">
                <a:cs typeface="Arial" panose="020B0604020202020204" pitchFamily="34" charset="0"/>
              </a:rPr>
              <a:t>.</a:t>
            </a:r>
            <a:endParaRPr lang="en-GB" sz="2200" b="1" dirty="0">
              <a:cs typeface="Arial" panose="020B0604020202020204" pitchFamily="34" charset="0"/>
            </a:endParaRPr>
          </a:p>
        </p:txBody>
      </p:sp>
      <p:sp>
        <p:nvSpPr>
          <p:cNvPr id="3" name="TextBox 2">
            <a:extLst>
              <a:ext uri="{FF2B5EF4-FFF2-40B4-BE49-F238E27FC236}">
                <a16:creationId xmlns:a16="http://schemas.microsoft.com/office/drawing/2014/main" id="{A898B9B3-4E01-4366-B67C-C84CB47AA787}"/>
              </a:ext>
            </a:extLst>
          </p:cNvPr>
          <p:cNvSpPr txBox="1"/>
          <p:nvPr/>
        </p:nvSpPr>
        <p:spPr>
          <a:xfrm>
            <a:off x="139792" y="253901"/>
            <a:ext cx="5956208" cy="416659"/>
          </a:xfrm>
          <a:prstGeom prst="rect">
            <a:avLst/>
          </a:prstGeom>
          <a:noFill/>
        </p:spPr>
        <p:txBody>
          <a:bodyPr wrap="square" lIns="0" tIns="0" rIns="0" bIns="0" rtlCol="0">
            <a:noAutofit/>
          </a:bodyPr>
          <a:lstStyle/>
          <a:p>
            <a:pPr algn="ctr"/>
            <a:r>
              <a:rPr lang="en-US" sz="2800" b="1">
                <a:solidFill>
                  <a:schemeClr val="tx1">
                    <a:lumMod val="75000"/>
                    <a:lumOff val="25000"/>
                  </a:schemeClr>
                </a:solidFill>
              </a:rPr>
              <a:t>TÌNH HÌNH NGHIÊN CỨU TRÊN THẾ GIỚI</a:t>
            </a:r>
            <a:endParaRPr lang="en-US" sz="2800" b="1" dirty="0">
              <a:solidFill>
                <a:schemeClr val="tx1">
                  <a:lumMod val="75000"/>
                  <a:lumOff val="25000"/>
                </a:schemeClr>
              </a:solidFill>
              <a:latin typeface="+mn-lt"/>
            </a:endParaRPr>
          </a:p>
        </p:txBody>
      </p:sp>
      <p:pic>
        <p:nvPicPr>
          <p:cNvPr id="1026" name="Picture 2" descr="Eye on Earth: Satellite atlas shows changes">
            <a:extLst>
              <a:ext uri="{FF2B5EF4-FFF2-40B4-BE49-F238E27FC236}">
                <a16:creationId xmlns:a16="http://schemas.microsoft.com/office/drawing/2014/main" id="{BCFFEEC9-2F83-4133-BBBE-675DB7E435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6625" y="1006906"/>
            <a:ext cx="5060520" cy="27354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atellite image interpretation for growth in urban area (red) over a... |  Download Scientific Diagram">
            <a:extLst>
              <a:ext uri="{FF2B5EF4-FFF2-40B4-BE49-F238E27FC236}">
                <a16:creationId xmlns:a16="http://schemas.microsoft.com/office/drawing/2014/main" id="{52BBCD84-0B80-4B3A-9C9F-54FD3CA503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6625" y="3799137"/>
            <a:ext cx="5070205" cy="2230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07493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DFB2076-ED27-384F-AA60-C162A455D1CB}"/>
              </a:ext>
            </a:extLst>
          </p:cNvPr>
          <p:cNvSpPr>
            <a:spLocks noGrp="1"/>
          </p:cNvSpPr>
          <p:nvPr>
            <p:ph type="sldNum" sz="quarter" idx="14"/>
          </p:nvPr>
        </p:nvSpPr>
        <p:spPr/>
        <p:txBody>
          <a:bodyPr/>
          <a:lstStyle/>
          <a:p>
            <a:fld id="{19B51A1E-902D-48AF-9020-955120F399B6}" type="slidenum">
              <a:rPr lang="en-US" smtClean="0"/>
              <a:pPr/>
              <a:t>6</a:t>
            </a:fld>
            <a:endParaRPr lang="en-US" dirty="0"/>
          </a:p>
        </p:txBody>
      </p:sp>
      <p:sp>
        <p:nvSpPr>
          <p:cNvPr id="2" name="TextBox 1"/>
          <p:cNvSpPr txBox="1"/>
          <p:nvPr/>
        </p:nvSpPr>
        <p:spPr>
          <a:xfrm>
            <a:off x="263631" y="1079399"/>
            <a:ext cx="5956208" cy="5524700"/>
          </a:xfrm>
          <a:prstGeom prst="rect">
            <a:avLst/>
          </a:prstGeom>
          <a:noFill/>
          <a:ln>
            <a:solidFill>
              <a:srgbClr val="FF0000"/>
            </a:solidFill>
          </a:ln>
        </p:spPr>
        <p:txBody>
          <a:bodyPr wrap="square" lIns="0" tIns="0" rIns="0" bIns="0" rtlCol="0">
            <a:noAutofit/>
          </a:bodyPr>
          <a:lstStyle/>
          <a:p>
            <a:pPr marL="285750" indent="-285750" algn="just">
              <a:lnSpc>
                <a:spcPct val="114000"/>
              </a:lnSpc>
              <a:spcBef>
                <a:spcPts val="600"/>
              </a:spcBef>
              <a:buFont typeface="Arial" panose="020B0604020202020204" pitchFamily="34" charset="0"/>
              <a:buChar char="•"/>
            </a:pPr>
            <a:r>
              <a:rPr lang="nl-NL" sz="2200" b="1"/>
              <a:t>Thời gian gần đây, các mô hình trí tuệ nhân tạo, đặc biệt là các kỹ thuật học máy đã được áp dụng nhằm nâng cao độ chính xác trong dự báo xu thế biến động lớp phủ/sử dụng đất từ dữ liệu viễn thám và GIS. </a:t>
            </a:r>
          </a:p>
          <a:p>
            <a:pPr marL="285750" indent="-285750" algn="just">
              <a:lnSpc>
                <a:spcPct val="114000"/>
              </a:lnSpc>
              <a:spcBef>
                <a:spcPts val="600"/>
              </a:spcBef>
              <a:buFont typeface="Arial" panose="020B0604020202020204" pitchFamily="34" charset="0"/>
              <a:buChar char="•"/>
            </a:pPr>
            <a:r>
              <a:rPr lang="nl-NL" sz="2200" b="1"/>
              <a:t>Các kỹ thuật học máy như Random Forest (RF), Support Vector Machine (SVM), Classification and Regression Tree (CART),... được sử dụng để nâng cao độ chính xác kết quả phân loại lớp phủ/sử dụng đất, trong khi mạng neural nhân tạo (ANN) và các mô hình hồi quy được áp dụng kết hợp các mô hình toán học để dự báo phân bố lớp phủ/sử dụng đất trong tương lai (</a:t>
            </a:r>
            <a:r>
              <a:rPr lang="nl-NL" sz="2200" b="1">
                <a:solidFill>
                  <a:srgbClr val="0070C0"/>
                </a:solidFill>
              </a:rPr>
              <a:t>Mahyoub et al., 2022; Gharaibeh et al., 2020; Saputra and Li, 2019; Bugday, 2019</a:t>
            </a:r>
            <a:r>
              <a:rPr lang="nl-NL" sz="2200" b="1"/>
              <a:t>)</a:t>
            </a:r>
            <a:r>
              <a:rPr lang="vi-VN" sz="2200" b="1">
                <a:cs typeface="Arial" panose="020B0604020202020204" pitchFamily="34" charset="0"/>
              </a:rPr>
              <a:t>.</a:t>
            </a:r>
            <a:endParaRPr lang="en-GB" sz="2200" b="1" dirty="0">
              <a:cs typeface="Arial" panose="020B0604020202020204" pitchFamily="34" charset="0"/>
            </a:endParaRPr>
          </a:p>
        </p:txBody>
      </p:sp>
      <p:sp>
        <p:nvSpPr>
          <p:cNvPr id="3" name="TextBox 2">
            <a:extLst>
              <a:ext uri="{FF2B5EF4-FFF2-40B4-BE49-F238E27FC236}">
                <a16:creationId xmlns:a16="http://schemas.microsoft.com/office/drawing/2014/main" id="{A898B9B3-4E01-4366-B67C-C84CB47AA787}"/>
              </a:ext>
            </a:extLst>
          </p:cNvPr>
          <p:cNvSpPr txBox="1"/>
          <p:nvPr/>
        </p:nvSpPr>
        <p:spPr>
          <a:xfrm>
            <a:off x="139792" y="253901"/>
            <a:ext cx="5956208" cy="416659"/>
          </a:xfrm>
          <a:prstGeom prst="rect">
            <a:avLst/>
          </a:prstGeom>
          <a:noFill/>
        </p:spPr>
        <p:txBody>
          <a:bodyPr wrap="square" lIns="0" tIns="0" rIns="0" bIns="0" rtlCol="0">
            <a:noAutofit/>
          </a:bodyPr>
          <a:lstStyle/>
          <a:p>
            <a:pPr algn="ctr"/>
            <a:r>
              <a:rPr lang="en-US" sz="2800" b="1">
                <a:solidFill>
                  <a:schemeClr val="tx1">
                    <a:lumMod val="75000"/>
                    <a:lumOff val="25000"/>
                  </a:schemeClr>
                </a:solidFill>
              </a:rPr>
              <a:t>TÌNH HÌNH NGHIÊN CỨU TRÊN THẾ GIỚI</a:t>
            </a:r>
            <a:endParaRPr lang="en-US" sz="2800" b="1" dirty="0">
              <a:solidFill>
                <a:schemeClr val="tx1">
                  <a:lumMod val="75000"/>
                  <a:lumOff val="25000"/>
                </a:schemeClr>
              </a:solidFill>
              <a:latin typeface="+mn-lt"/>
            </a:endParaRPr>
          </a:p>
        </p:txBody>
      </p:sp>
      <p:pic>
        <p:nvPicPr>
          <p:cNvPr id="2052" name="Picture 4" descr="Comparison of Urban Growth Modeling Using Deep Belief and Neural Network  Based Cellular Automata Model—A Case Study of Chennai Metropolitan Area,  Tamil Nadu, India">
            <a:extLst>
              <a:ext uri="{FF2B5EF4-FFF2-40B4-BE49-F238E27FC236}">
                <a16:creationId xmlns:a16="http://schemas.microsoft.com/office/drawing/2014/main" id="{F1587E94-C9AC-4AC2-887D-E806B2D616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7774" y="1866900"/>
            <a:ext cx="5643137" cy="3606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3732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DFB2076-ED27-384F-AA60-C162A455D1CB}"/>
              </a:ext>
            </a:extLst>
          </p:cNvPr>
          <p:cNvSpPr>
            <a:spLocks noGrp="1"/>
          </p:cNvSpPr>
          <p:nvPr>
            <p:ph type="sldNum" sz="quarter" idx="14"/>
          </p:nvPr>
        </p:nvSpPr>
        <p:spPr/>
        <p:txBody>
          <a:bodyPr/>
          <a:lstStyle/>
          <a:p>
            <a:fld id="{19B51A1E-902D-48AF-9020-955120F399B6}" type="slidenum">
              <a:rPr lang="en-US" smtClean="0"/>
              <a:pPr/>
              <a:t>7</a:t>
            </a:fld>
            <a:endParaRPr lang="en-US" dirty="0"/>
          </a:p>
        </p:txBody>
      </p:sp>
      <p:sp>
        <p:nvSpPr>
          <p:cNvPr id="2" name="TextBox 1"/>
          <p:cNvSpPr txBox="1"/>
          <p:nvPr/>
        </p:nvSpPr>
        <p:spPr>
          <a:xfrm>
            <a:off x="263631" y="846490"/>
            <a:ext cx="6441969" cy="5524700"/>
          </a:xfrm>
          <a:prstGeom prst="rect">
            <a:avLst/>
          </a:prstGeom>
          <a:noFill/>
          <a:ln>
            <a:solidFill>
              <a:srgbClr val="FF0000"/>
            </a:solidFill>
          </a:ln>
        </p:spPr>
        <p:txBody>
          <a:bodyPr wrap="square" lIns="0" tIns="0" rIns="0" bIns="0" rtlCol="0">
            <a:noAutofit/>
          </a:bodyPr>
          <a:lstStyle/>
          <a:p>
            <a:pPr marL="285750" indent="-285750" algn="just">
              <a:lnSpc>
                <a:spcPct val="114000"/>
              </a:lnSpc>
              <a:spcBef>
                <a:spcPts val="600"/>
              </a:spcBef>
              <a:buFont typeface="Arial" panose="020B0604020202020204" pitchFamily="34" charset="0"/>
              <a:buChar char="•"/>
            </a:pPr>
            <a:r>
              <a:rPr lang="nl-NL" sz="2200" b="1"/>
              <a:t>Các nghiên cứu ở Việt Nam cho đến nay tập trung chủ yếu vào phân loại sử dụng đất/lớp phủ khu vực đô thị bằng ảnh viễn thám đa thời gian, từ đó đánh giá biến động về diện tích và không gian.</a:t>
            </a:r>
          </a:p>
          <a:p>
            <a:pPr marL="285750" indent="-285750" algn="just">
              <a:lnSpc>
                <a:spcPct val="114000"/>
              </a:lnSpc>
              <a:spcBef>
                <a:spcPts val="600"/>
              </a:spcBef>
              <a:buFont typeface="Arial" panose="020B0604020202020204" pitchFamily="34" charset="0"/>
              <a:buChar char="•"/>
            </a:pPr>
            <a:r>
              <a:rPr lang="nl-NL" sz="2200" b="1"/>
              <a:t>Một số nghiên cứu đã sử dụng các chỉ số đất đô thị – urban index như EBBI, NDBI, NBDaI, IBI,...để nâng cao độ chính xác trong phân loại sử dụng đất/lớp phủ (</a:t>
            </a:r>
            <a:r>
              <a:rPr lang="nl-NL" sz="2200" b="1">
                <a:solidFill>
                  <a:srgbClr val="0070C0"/>
                </a:solidFill>
              </a:rPr>
              <a:t>Nguyễn Hoàng Khánh Linh, 2011; Nguyễn Thị Thúy Hạnh, 2019; Trịnh Lê Hùng và nnk, 2021; Lê Trần Oanh Kiều và nnk, 2021</a:t>
            </a:r>
            <a:r>
              <a:rPr lang="nl-NL" sz="2200" b="1"/>
              <a:t>)</a:t>
            </a:r>
            <a:r>
              <a:rPr lang="vi-VN" sz="2200" b="1">
                <a:cs typeface="Arial" panose="020B0604020202020204" pitchFamily="34" charset="0"/>
              </a:rPr>
              <a:t>.</a:t>
            </a:r>
            <a:endParaRPr lang="en-US" sz="2200" b="1">
              <a:cs typeface="Arial" panose="020B0604020202020204" pitchFamily="34" charset="0"/>
            </a:endParaRPr>
          </a:p>
          <a:p>
            <a:pPr marL="285750" indent="-285750" algn="just">
              <a:lnSpc>
                <a:spcPct val="114000"/>
              </a:lnSpc>
              <a:spcBef>
                <a:spcPts val="600"/>
              </a:spcBef>
              <a:buFont typeface="Arial" panose="020B0604020202020204" pitchFamily="34" charset="0"/>
              <a:buChar char="•"/>
            </a:pPr>
            <a:r>
              <a:rPr lang="nl-NL" sz="2200" b="1"/>
              <a:t>Nhiều nghiên cứu cũng quan tâm đánh giá mối quan hệ giữa biến động bề mặt không thấm và sự gia tăng nhiệt độ bề mặt đô thị, nhất là các đô thị lớn hiện chịu ảnh hưởng của hiện tượng đảo nhiệt.</a:t>
            </a:r>
            <a:endParaRPr lang="en-GB" sz="2200" b="1" dirty="0">
              <a:cs typeface="Arial" panose="020B0604020202020204" pitchFamily="34" charset="0"/>
            </a:endParaRPr>
          </a:p>
        </p:txBody>
      </p:sp>
      <p:sp>
        <p:nvSpPr>
          <p:cNvPr id="3" name="TextBox 2">
            <a:extLst>
              <a:ext uri="{FF2B5EF4-FFF2-40B4-BE49-F238E27FC236}">
                <a16:creationId xmlns:a16="http://schemas.microsoft.com/office/drawing/2014/main" id="{A898B9B3-4E01-4366-B67C-C84CB47AA787}"/>
              </a:ext>
            </a:extLst>
          </p:cNvPr>
          <p:cNvSpPr txBox="1"/>
          <p:nvPr/>
        </p:nvSpPr>
        <p:spPr>
          <a:xfrm>
            <a:off x="139792" y="253901"/>
            <a:ext cx="5956208" cy="416659"/>
          </a:xfrm>
          <a:prstGeom prst="rect">
            <a:avLst/>
          </a:prstGeom>
          <a:noFill/>
        </p:spPr>
        <p:txBody>
          <a:bodyPr wrap="square" lIns="0" tIns="0" rIns="0" bIns="0" rtlCol="0">
            <a:noAutofit/>
          </a:bodyPr>
          <a:lstStyle/>
          <a:p>
            <a:pPr algn="ctr"/>
            <a:r>
              <a:rPr lang="en-US" sz="2800" b="1">
                <a:solidFill>
                  <a:schemeClr val="tx1">
                    <a:lumMod val="75000"/>
                    <a:lumOff val="25000"/>
                  </a:schemeClr>
                </a:solidFill>
              </a:rPr>
              <a:t>TÌNH HÌNH NGHIÊN CỨU TRONG NƯỚC</a:t>
            </a:r>
            <a:endParaRPr lang="en-US" sz="2800" b="1" dirty="0">
              <a:solidFill>
                <a:schemeClr val="tx1">
                  <a:lumMod val="75000"/>
                  <a:lumOff val="25000"/>
                </a:schemeClr>
              </a:solidFill>
              <a:latin typeface="+mn-lt"/>
            </a:endParaRPr>
          </a:p>
        </p:txBody>
      </p:sp>
      <p:pic>
        <p:nvPicPr>
          <p:cNvPr id="6" name="Picture 5">
            <a:extLst>
              <a:ext uri="{FF2B5EF4-FFF2-40B4-BE49-F238E27FC236}">
                <a16:creationId xmlns:a16="http://schemas.microsoft.com/office/drawing/2014/main" id="{920C6256-609B-4430-A0B8-D9ED0F99702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33803" y="719137"/>
            <a:ext cx="4332605" cy="5419725"/>
          </a:xfrm>
          <a:prstGeom prst="rect">
            <a:avLst/>
          </a:prstGeom>
          <a:noFill/>
          <a:ln>
            <a:noFill/>
          </a:ln>
        </p:spPr>
      </p:pic>
    </p:spTree>
    <p:extLst>
      <p:ext uri="{BB962C8B-B14F-4D97-AF65-F5344CB8AC3E}">
        <p14:creationId xmlns:p14="http://schemas.microsoft.com/office/powerpoint/2010/main" val="23362721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DFB2076-ED27-384F-AA60-C162A455D1CB}"/>
              </a:ext>
            </a:extLst>
          </p:cNvPr>
          <p:cNvSpPr>
            <a:spLocks noGrp="1"/>
          </p:cNvSpPr>
          <p:nvPr>
            <p:ph type="sldNum" sz="quarter" idx="14"/>
          </p:nvPr>
        </p:nvSpPr>
        <p:spPr/>
        <p:txBody>
          <a:bodyPr/>
          <a:lstStyle/>
          <a:p>
            <a:fld id="{19B51A1E-902D-48AF-9020-955120F399B6}" type="slidenum">
              <a:rPr lang="en-US" smtClean="0"/>
              <a:pPr/>
              <a:t>8</a:t>
            </a:fld>
            <a:endParaRPr lang="en-US" dirty="0"/>
          </a:p>
        </p:txBody>
      </p:sp>
      <p:sp>
        <p:nvSpPr>
          <p:cNvPr id="2" name="TextBox 1"/>
          <p:cNvSpPr txBox="1"/>
          <p:nvPr/>
        </p:nvSpPr>
        <p:spPr>
          <a:xfrm>
            <a:off x="365230" y="1015949"/>
            <a:ext cx="4829069" cy="4826101"/>
          </a:xfrm>
          <a:prstGeom prst="rect">
            <a:avLst/>
          </a:prstGeom>
          <a:noFill/>
          <a:ln>
            <a:solidFill>
              <a:srgbClr val="FF0000"/>
            </a:solidFill>
          </a:ln>
        </p:spPr>
        <p:txBody>
          <a:bodyPr wrap="square" lIns="0" tIns="0" rIns="0" bIns="0" rtlCol="0">
            <a:noAutofit/>
          </a:bodyPr>
          <a:lstStyle/>
          <a:p>
            <a:pPr marL="285750" indent="-285750" algn="just">
              <a:lnSpc>
                <a:spcPct val="114000"/>
              </a:lnSpc>
              <a:spcAft>
                <a:spcPts val="600"/>
              </a:spcAft>
              <a:buFont typeface="Arial" panose="020B0604020202020204" pitchFamily="34" charset="0"/>
              <a:buChar char="•"/>
            </a:pPr>
            <a:r>
              <a:rPr lang="en-US" sz="2400" b="1"/>
              <a:t>Các mô hình toán học như Markov, CA, CLUMondo..</a:t>
            </a:r>
            <a:r>
              <a:rPr lang="nl-NL" sz="2400" b="1"/>
              <a:t>. được sử dụng trong một số nghiên cứu để dự báo biến động sử dụng đất/lớp phủ trong tương lai trên cơ sở kết quả phân loại từ ảnh viễn thám đa thời gian (</a:t>
            </a:r>
            <a:r>
              <a:rPr lang="nl-NL" sz="2400" b="1">
                <a:solidFill>
                  <a:srgbClr val="0070C0"/>
                </a:solidFill>
              </a:rPr>
              <a:t>Nguyễn Thị Phương Hoa, 2023</a:t>
            </a:r>
            <a:r>
              <a:rPr lang="nl-NL" sz="2400" b="1"/>
              <a:t>). </a:t>
            </a:r>
          </a:p>
          <a:p>
            <a:pPr marL="285750" indent="-285750" algn="just">
              <a:lnSpc>
                <a:spcPct val="114000"/>
              </a:lnSpc>
              <a:spcAft>
                <a:spcPts val="600"/>
              </a:spcAft>
              <a:buFont typeface="Arial" panose="020B0604020202020204" pitchFamily="34" charset="0"/>
              <a:buChar char="•"/>
            </a:pPr>
            <a:r>
              <a:rPr lang="nl-NL" sz="2400" b="1"/>
              <a:t>Việc sử dụng các mô hình trí tuệ nhân tạo trong nâng cao độ chính xác kết quả dự báo biến động sử dụng đất/lớp phủ còn khá hạn chế.</a:t>
            </a:r>
            <a:endParaRPr lang="en-GB" sz="2400" b="1" dirty="0">
              <a:cs typeface="Arial" panose="020B0604020202020204" pitchFamily="34" charset="0"/>
            </a:endParaRPr>
          </a:p>
        </p:txBody>
      </p:sp>
      <p:sp>
        <p:nvSpPr>
          <p:cNvPr id="3" name="TextBox 2">
            <a:extLst>
              <a:ext uri="{FF2B5EF4-FFF2-40B4-BE49-F238E27FC236}">
                <a16:creationId xmlns:a16="http://schemas.microsoft.com/office/drawing/2014/main" id="{A898B9B3-4E01-4366-B67C-C84CB47AA787}"/>
              </a:ext>
            </a:extLst>
          </p:cNvPr>
          <p:cNvSpPr txBox="1"/>
          <p:nvPr/>
        </p:nvSpPr>
        <p:spPr>
          <a:xfrm>
            <a:off x="139792" y="253901"/>
            <a:ext cx="5956208" cy="416659"/>
          </a:xfrm>
          <a:prstGeom prst="rect">
            <a:avLst/>
          </a:prstGeom>
          <a:noFill/>
        </p:spPr>
        <p:txBody>
          <a:bodyPr wrap="square" lIns="0" tIns="0" rIns="0" bIns="0" rtlCol="0">
            <a:noAutofit/>
          </a:bodyPr>
          <a:lstStyle/>
          <a:p>
            <a:pPr algn="ctr"/>
            <a:r>
              <a:rPr lang="en-US" sz="2800" b="1">
                <a:solidFill>
                  <a:schemeClr val="tx1">
                    <a:lumMod val="75000"/>
                    <a:lumOff val="25000"/>
                  </a:schemeClr>
                </a:solidFill>
              </a:rPr>
              <a:t>TÌNH HÌNH NGHIÊN CỨU TRONG NƯỚC</a:t>
            </a:r>
            <a:endParaRPr lang="en-US" sz="2800" b="1" dirty="0">
              <a:solidFill>
                <a:schemeClr val="tx1">
                  <a:lumMod val="75000"/>
                  <a:lumOff val="25000"/>
                </a:schemeClr>
              </a:solidFill>
              <a:latin typeface="+mn-lt"/>
            </a:endParaRPr>
          </a:p>
        </p:txBody>
      </p:sp>
      <p:pic>
        <p:nvPicPr>
          <p:cNvPr id="3074" name="Picture 2" descr="ĐÁNH GIÁ BIẾN ĐỘNG SỬ DỤNG ĐẤT QUẬN 2, TP. HỒ CHÍ MINH BẰNG GIẢI ĐOÁN ẢNH  GOOGLE EARTH – Cổng thông tin Địa môi trường">
            <a:extLst>
              <a:ext uri="{FF2B5EF4-FFF2-40B4-BE49-F238E27FC236}">
                <a16:creationId xmlns:a16="http://schemas.microsoft.com/office/drawing/2014/main" id="{87228C76-3463-40BE-8B7C-1A31424DEE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706" y="1015949"/>
            <a:ext cx="6626294" cy="261738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Ứng dụng công nghệ viễn thám và GIS trong quản lý, bảo vệ và sử dụng hợp lý  hành lang bờ biển">
            <a:extLst>
              <a:ext uri="{FF2B5EF4-FFF2-40B4-BE49-F238E27FC236}">
                <a16:creationId xmlns:a16="http://schemas.microsoft.com/office/drawing/2014/main" id="{B831D8A4-0A17-4F35-B003-179671A9CC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1699" y="3739917"/>
            <a:ext cx="5156201" cy="2415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1999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E8C2A99-27F3-4E20-8A8E-8B0044100E39}"/>
              </a:ext>
            </a:extLst>
          </p:cNvPr>
          <p:cNvSpPr txBox="1"/>
          <p:nvPr/>
        </p:nvSpPr>
        <p:spPr>
          <a:xfrm>
            <a:off x="268224" y="281108"/>
            <a:ext cx="5603920" cy="584775"/>
          </a:xfrm>
          <a:prstGeom prst="rect">
            <a:avLst/>
          </a:prstGeom>
          <a:noFill/>
        </p:spPr>
        <p:txBody>
          <a:bodyPr wrap="square" rtlCol="0">
            <a:spAutoFit/>
          </a:bodyPr>
          <a:lstStyle/>
          <a:p>
            <a:pPr algn="ctr"/>
            <a:r>
              <a:rPr lang="en-US" sz="3200" b="1"/>
              <a:t>HỆ THỐNG VỆ TINH LANDSAT</a:t>
            </a:r>
          </a:p>
        </p:txBody>
      </p:sp>
      <p:pic>
        <p:nvPicPr>
          <p:cNvPr id="16386" name="Picture 2" descr="The Landsat Satellite Series">
            <a:extLst>
              <a:ext uri="{FF2B5EF4-FFF2-40B4-BE49-F238E27FC236}">
                <a16:creationId xmlns:a16="http://schemas.microsoft.com/office/drawing/2014/main" id="{DCA6FD19-AD19-4DBE-A64C-F41DAEE350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1147" y="2440536"/>
            <a:ext cx="5051243" cy="3668164"/>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Landsat Satellite - an overview | ScienceDirect Topics">
            <a:extLst>
              <a:ext uri="{FF2B5EF4-FFF2-40B4-BE49-F238E27FC236}">
                <a16:creationId xmlns:a16="http://schemas.microsoft.com/office/drawing/2014/main" id="{881540D1-42A2-40E6-8BEC-ED8105B809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1146" y="910962"/>
            <a:ext cx="5051243" cy="12912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06E27991-AC05-44CE-906C-6466129C387E}"/>
              </a:ext>
            </a:extLst>
          </p:cNvPr>
          <p:cNvGraphicFramePr>
            <a:graphicFrameLocks noGrp="1"/>
          </p:cNvGraphicFramePr>
          <p:nvPr>
            <p:extLst>
              <p:ext uri="{D42A27DB-BD31-4B8C-83A1-F6EECF244321}">
                <p14:modId xmlns:p14="http://schemas.microsoft.com/office/powerpoint/2010/main" val="2768330776"/>
              </p:ext>
            </p:extLst>
          </p:nvPr>
        </p:nvGraphicFramePr>
        <p:xfrm>
          <a:off x="268224" y="1113700"/>
          <a:ext cx="6246876" cy="5106434"/>
        </p:xfrm>
        <a:graphic>
          <a:graphicData uri="http://schemas.openxmlformats.org/drawingml/2006/table">
            <a:tbl>
              <a:tblPr firstRow="1" firstCol="1" bandRow="1">
                <a:tableStyleId>{69012ECD-51FC-41F1-AA8D-1B2483CD663E}</a:tableStyleId>
              </a:tblPr>
              <a:tblGrid>
                <a:gridCol w="1306576">
                  <a:extLst>
                    <a:ext uri="{9D8B030D-6E8A-4147-A177-3AD203B41FA5}">
                      <a16:colId xmlns:a16="http://schemas.microsoft.com/office/drawing/2014/main" val="1808119727"/>
                    </a:ext>
                  </a:extLst>
                </a:gridCol>
                <a:gridCol w="1346200">
                  <a:extLst>
                    <a:ext uri="{9D8B030D-6E8A-4147-A177-3AD203B41FA5}">
                      <a16:colId xmlns:a16="http://schemas.microsoft.com/office/drawing/2014/main" val="3878624199"/>
                    </a:ext>
                  </a:extLst>
                </a:gridCol>
                <a:gridCol w="2277665">
                  <a:extLst>
                    <a:ext uri="{9D8B030D-6E8A-4147-A177-3AD203B41FA5}">
                      <a16:colId xmlns:a16="http://schemas.microsoft.com/office/drawing/2014/main" val="3869896214"/>
                    </a:ext>
                  </a:extLst>
                </a:gridCol>
                <a:gridCol w="1316435">
                  <a:extLst>
                    <a:ext uri="{9D8B030D-6E8A-4147-A177-3AD203B41FA5}">
                      <a16:colId xmlns:a16="http://schemas.microsoft.com/office/drawing/2014/main" val="1178348046"/>
                    </a:ext>
                  </a:extLst>
                </a:gridCol>
              </a:tblGrid>
              <a:tr h="499500">
                <a:tc>
                  <a:txBody>
                    <a:bodyPr/>
                    <a:lstStyle/>
                    <a:p>
                      <a:pPr algn="ctr">
                        <a:lnSpc>
                          <a:spcPct val="150000"/>
                        </a:lnSpc>
                      </a:pPr>
                      <a:r>
                        <a:rPr lang="en-US" sz="1800" kern="100">
                          <a:effectLst/>
                        </a:rPr>
                        <a:t>Vệ tinh</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Ngày phóng</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Ngày dừng hoạt động</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Bộ cảm biến</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802215829"/>
                  </a:ext>
                </a:extLst>
              </a:tr>
              <a:tr h="499500">
                <a:tc>
                  <a:txBody>
                    <a:bodyPr/>
                    <a:lstStyle/>
                    <a:p>
                      <a:pPr algn="ctr">
                        <a:lnSpc>
                          <a:spcPct val="150000"/>
                        </a:lnSpc>
                      </a:pPr>
                      <a:r>
                        <a:rPr lang="en-US" sz="1800" kern="100">
                          <a:effectLst/>
                        </a:rPr>
                        <a:t>Landsat 1</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23/06/1972</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06/01/1978</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RBV, MSS</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18377222"/>
                  </a:ext>
                </a:extLst>
              </a:tr>
              <a:tr h="499500">
                <a:tc>
                  <a:txBody>
                    <a:bodyPr/>
                    <a:lstStyle/>
                    <a:p>
                      <a:pPr algn="ctr">
                        <a:lnSpc>
                          <a:spcPct val="150000"/>
                        </a:lnSpc>
                      </a:pPr>
                      <a:r>
                        <a:rPr lang="en-US" sz="1800" kern="100">
                          <a:effectLst/>
                        </a:rPr>
                        <a:t>Landsat 2</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21/01/1975</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25/02/1982</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MSS</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77289211"/>
                  </a:ext>
                </a:extLst>
              </a:tr>
              <a:tr h="499500">
                <a:tc>
                  <a:txBody>
                    <a:bodyPr/>
                    <a:lstStyle/>
                    <a:p>
                      <a:pPr algn="ctr">
                        <a:lnSpc>
                          <a:spcPct val="150000"/>
                        </a:lnSpc>
                      </a:pPr>
                      <a:r>
                        <a:rPr lang="en-US" sz="1800" kern="100">
                          <a:effectLst/>
                        </a:rPr>
                        <a:t>Landsat 3</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05/03/1978</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31/03/1983</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MSS</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548841740"/>
                  </a:ext>
                </a:extLst>
              </a:tr>
              <a:tr h="499500">
                <a:tc>
                  <a:txBody>
                    <a:bodyPr/>
                    <a:lstStyle/>
                    <a:p>
                      <a:pPr algn="ctr">
                        <a:lnSpc>
                          <a:spcPct val="150000"/>
                        </a:lnSpc>
                      </a:pPr>
                      <a:r>
                        <a:rPr lang="en-US" sz="1800" kern="100">
                          <a:effectLst/>
                        </a:rPr>
                        <a:t>Landsat 4</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16/07/1982</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15/06/2001</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TM, MSS</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962443165"/>
                  </a:ext>
                </a:extLst>
              </a:tr>
              <a:tr h="499500">
                <a:tc>
                  <a:txBody>
                    <a:bodyPr/>
                    <a:lstStyle/>
                    <a:p>
                      <a:pPr algn="ctr">
                        <a:lnSpc>
                          <a:spcPct val="150000"/>
                        </a:lnSpc>
                      </a:pPr>
                      <a:r>
                        <a:rPr lang="en-US" sz="1800" kern="100">
                          <a:effectLst/>
                        </a:rPr>
                        <a:t>Landsat 5</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01/03/1984</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05/06/2013</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TM</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830124625"/>
                  </a:ext>
                </a:extLst>
              </a:tr>
              <a:tr h="499500">
                <a:tc>
                  <a:txBody>
                    <a:bodyPr/>
                    <a:lstStyle/>
                    <a:p>
                      <a:pPr algn="ctr">
                        <a:lnSpc>
                          <a:spcPct val="150000"/>
                        </a:lnSpc>
                      </a:pPr>
                      <a:r>
                        <a:rPr lang="en-US" sz="1800" kern="100">
                          <a:effectLst/>
                        </a:rPr>
                        <a:t>Landsat 6</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05/03/1993</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800" kern="100">
                          <a:effectLst/>
                        </a:rPr>
                        <a:t>Dừng hoạt động ngay khi phóng</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ETM</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80275384"/>
                  </a:ext>
                </a:extLst>
              </a:tr>
              <a:tr h="499500">
                <a:tc>
                  <a:txBody>
                    <a:bodyPr/>
                    <a:lstStyle/>
                    <a:p>
                      <a:pPr algn="ctr">
                        <a:lnSpc>
                          <a:spcPct val="150000"/>
                        </a:lnSpc>
                      </a:pPr>
                      <a:r>
                        <a:rPr lang="en-US" sz="1800" kern="100">
                          <a:effectLst/>
                        </a:rPr>
                        <a:t>Landsat 7</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15/04/1999</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Đang hoạt động</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ETM+</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600368353"/>
                  </a:ext>
                </a:extLst>
              </a:tr>
              <a:tr h="499500">
                <a:tc>
                  <a:txBody>
                    <a:bodyPr/>
                    <a:lstStyle/>
                    <a:p>
                      <a:pPr algn="ctr">
                        <a:lnSpc>
                          <a:spcPct val="150000"/>
                        </a:lnSpc>
                      </a:pPr>
                      <a:r>
                        <a:rPr lang="en-US" sz="1800" kern="100">
                          <a:effectLst/>
                        </a:rPr>
                        <a:t>Landsat 8</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11/02/2013</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Đang hoạt động</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OLI, TIRS</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2826386"/>
                  </a:ext>
                </a:extLst>
              </a:tr>
              <a:tr h="499500">
                <a:tc>
                  <a:txBody>
                    <a:bodyPr/>
                    <a:lstStyle/>
                    <a:p>
                      <a:pPr algn="ctr">
                        <a:lnSpc>
                          <a:spcPct val="150000"/>
                        </a:lnSpc>
                      </a:pPr>
                      <a:r>
                        <a:rPr lang="en-US" sz="1800" kern="100">
                          <a:effectLst/>
                        </a:rPr>
                        <a:t>Landsat 9</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27/9/2021</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Đang hoạt động</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50000"/>
                        </a:lnSpc>
                      </a:pPr>
                      <a:r>
                        <a:rPr lang="en-US" sz="1800" kern="100">
                          <a:effectLst/>
                        </a:rPr>
                        <a:t>OLI, TIRS</a:t>
                      </a:r>
                      <a:endParaRPr 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15818848"/>
                  </a:ext>
                </a:extLst>
              </a:tr>
            </a:tbl>
          </a:graphicData>
        </a:graphic>
      </p:graphicFrame>
    </p:spTree>
    <p:extLst>
      <p:ext uri="{BB962C8B-B14F-4D97-AF65-F5344CB8AC3E}">
        <p14:creationId xmlns:p14="http://schemas.microsoft.com/office/powerpoint/2010/main" val="2049566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3425" y="286528"/>
            <a:ext cx="5084298" cy="584775"/>
          </a:xfrm>
          <a:prstGeom prst="rect">
            <a:avLst/>
          </a:prstGeom>
          <a:noFill/>
        </p:spPr>
        <p:txBody>
          <a:bodyPr wrap="square" rtlCol="0">
            <a:spAutoFit/>
          </a:bodyPr>
          <a:lstStyle/>
          <a:p>
            <a:r>
              <a:rPr lang="en-US" sz="3200" b="1" dirty="0"/>
              <a:t>ẢNH VỆ </a:t>
            </a:r>
            <a:r>
              <a:rPr lang="en-US" sz="3200" b="1"/>
              <a:t>TINH LANDSAT 8/9</a:t>
            </a:r>
            <a:endParaRPr lang="en-US" sz="3200" b="1" dirty="0"/>
          </a:p>
        </p:txBody>
      </p:sp>
      <p:graphicFrame>
        <p:nvGraphicFramePr>
          <p:cNvPr id="3" name="Table 2">
            <a:extLst>
              <a:ext uri="{FF2B5EF4-FFF2-40B4-BE49-F238E27FC236}">
                <a16:creationId xmlns:a16="http://schemas.microsoft.com/office/drawing/2014/main" id="{27F0BDB3-9D8C-44D0-81D5-5AA17EB54BEE}"/>
              </a:ext>
            </a:extLst>
          </p:cNvPr>
          <p:cNvGraphicFramePr>
            <a:graphicFrameLocks noGrp="1"/>
          </p:cNvGraphicFramePr>
          <p:nvPr>
            <p:extLst>
              <p:ext uri="{D42A27DB-BD31-4B8C-83A1-F6EECF244321}">
                <p14:modId xmlns:p14="http://schemas.microsoft.com/office/powerpoint/2010/main" val="2122910591"/>
              </p:ext>
            </p:extLst>
          </p:nvPr>
        </p:nvGraphicFramePr>
        <p:xfrm>
          <a:off x="288447" y="871303"/>
          <a:ext cx="5807553" cy="5725896"/>
        </p:xfrm>
        <a:graphic>
          <a:graphicData uri="http://schemas.openxmlformats.org/drawingml/2006/table">
            <a:tbl>
              <a:tblPr firstRow="1" firstCol="1" bandRow="1">
                <a:tableStyleId>{69012ECD-51FC-41F1-AA8D-1B2483CD663E}</a:tableStyleId>
              </a:tblPr>
              <a:tblGrid>
                <a:gridCol w="468490">
                  <a:extLst>
                    <a:ext uri="{9D8B030D-6E8A-4147-A177-3AD203B41FA5}">
                      <a16:colId xmlns:a16="http://schemas.microsoft.com/office/drawing/2014/main" val="3634660946"/>
                    </a:ext>
                  </a:extLst>
                </a:gridCol>
                <a:gridCol w="1503663">
                  <a:extLst>
                    <a:ext uri="{9D8B030D-6E8A-4147-A177-3AD203B41FA5}">
                      <a16:colId xmlns:a16="http://schemas.microsoft.com/office/drawing/2014/main" val="2015047727"/>
                    </a:ext>
                  </a:extLst>
                </a:gridCol>
                <a:gridCol w="1504185">
                  <a:extLst>
                    <a:ext uri="{9D8B030D-6E8A-4147-A177-3AD203B41FA5}">
                      <a16:colId xmlns:a16="http://schemas.microsoft.com/office/drawing/2014/main" val="4088648046"/>
                    </a:ext>
                  </a:extLst>
                </a:gridCol>
                <a:gridCol w="2331215">
                  <a:extLst>
                    <a:ext uri="{9D8B030D-6E8A-4147-A177-3AD203B41FA5}">
                      <a16:colId xmlns:a16="http://schemas.microsoft.com/office/drawing/2014/main" val="1950715280"/>
                    </a:ext>
                  </a:extLst>
                </a:gridCol>
              </a:tblGrid>
              <a:tr h="436001">
                <a:tc>
                  <a:txBody>
                    <a:bodyPr/>
                    <a:lstStyle/>
                    <a:p>
                      <a:pPr algn="ctr">
                        <a:lnSpc>
                          <a:spcPct val="130000"/>
                        </a:lnSpc>
                      </a:pPr>
                      <a:r>
                        <a:rPr lang="en-US" sz="1800" b="1">
                          <a:effectLst/>
                        </a:rPr>
                        <a:t>STT</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248920" algn="ctr">
                        <a:lnSpc>
                          <a:spcPct val="130000"/>
                        </a:lnSpc>
                      </a:pPr>
                      <a:r>
                        <a:rPr lang="en-US" sz="1800" b="1">
                          <a:effectLst/>
                        </a:rPr>
                        <a:t>Kênh phổ</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Bước sóng (µm)</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Độ phân giải KG (m)</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809544739"/>
                  </a:ext>
                </a:extLst>
              </a:tr>
              <a:tr h="436001">
                <a:tc>
                  <a:txBody>
                    <a:bodyPr/>
                    <a:lstStyle/>
                    <a:p>
                      <a:pPr algn="ctr">
                        <a:lnSpc>
                          <a:spcPct val="130000"/>
                        </a:lnSpc>
                      </a:pPr>
                      <a:r>
                        <a:rPr lang="en-US" sz="1800" b="1">
                          <a:effectLst/>
                        </a:rPr>
                        <a:t>1</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Coastal aerosol</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0.43 – 0.45</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30</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945748498"/>
                  </a:ext>
                </a:extLst>
              </a:tr>
              <a:tr h="436001">
                <a:tc>
                  <a:txBody>
                    <a:bodyPr/>
                    <a:lstStyle/>
                    <a:p>
                      <a:pPr algn="ctr">
                        <a:lnSpc>
                          <a:spcPct val="130000"/>
                        </a:lnSpc>
                      </a:pPr>
                      <a:r>
                        <a:rPr lang="en-US" sz="1800" b="1">
                          <a:effectLst/>
                        </a:rPr>
                        <a:t>2</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Blue</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0.45 – 0.51</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30</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772961435"/>
                  </a:ext>
                </a:extLst>
              </a:tr>
              <a:tr h="436001">
                <a:tc>
                  <a:txBody>
                    <a:bodyPr/>
                    <a:lstStyle/>
                    <a:p>
                      <a:pPr algn="ctr">
                        <a:lnSpc>
                          <a:spcPct val="130000"/>
                        </a:lnSpc>
                      </a:pPr>
                      <a:r>
                        <a:rPr lang="en-US" sz="1800" b="1">
                          <a:effectLst/>
                        </a:rPr>
                        <a:t>3</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Green</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0.53 – 0.59</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30</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123498602"/>
                  </a:ext>
                </a:extLst>
              </a:tr>
              <a:tr h="436001">
                <a:tc>
                  <a:txBody>
                    <a:bodyPr/>
                    <a:lstStyle/>
                    <a:p>
                      <a:pPr algn="ctr">
                        <a:lnSpc>
                          <a:spcPct val="130000"/>
                        </a:lnSpc>
                      </a:pPr>
                      <a:r>
                        <a:rPr lang="en-US" sz="1800" b="1">
                          <a:effectLst/>
                        </a:rPr>
                        <a:t>4</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Red</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0.64 – 0.67</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30</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859088896"/>
                  </a:ext>
                </a:extLst>
              </a:tr>
              <a:tr h="436001">
                <a:tc>
                  <a:txBody>
                    <a:bodyPr/>
                    <a:lstStyle/>
                    <a:p>
                      <a:pPr algn="ctr">
                        <a:lnSpc>
                          <a:spcPct val="130000"/>
                        </a:lnSpc>
                      </a:pPr>
                      <a:r>
                        <a:rPr lang="en-US" sz="1800" b="1">
                          <a:effectLst/>
                        </a:rPr>
                        <a:t>5</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NIR</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0.85 – 0.88</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30</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676953398"/>
                  </a:ext>
                </a:extLst>
              </a:tr>
              <a:tr h="436001">
                <a:tc>
                  <a:txBody>
                    <a:bodyPr/>
                    <a:lstStyle/>
                    <a:p>
                      <a:pPr algn="ctr">
                        <a:lnSpc>
                          <a:spcPct val="130000"/>
                        </a:lnSpc>
                      </a:pPr>
                      <a:r>
                        <a:rPr lang="en-US" sz="1800" b="1">
                          <a:effectLst/>
                        </a:rPr>
                        <a:t>6</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SWIR1</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1.57 – 1.65</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30</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481514510"/>
                  </a:ext>
                </a:extLst>
              </a:tr>
              <a:tr h="436001">
                <a:tc>
                  <a:txBody>
                    <a:bodyPr/>
                    <a:lstStyle/>
                    <a:p>
                      <a:pPr algn="ctr">
                        <a:lnSpc>
                          <a:spcPct val="130000"/>
                        </a:lnSpc>
                      </a:pPr>
                      <a:r>
                        <a:rPr lang="en-US" sz="1800" b="1">
                          <a:effectLst/>
                        </a:rPr>
                        <a:t>7</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SWIR2</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2.11 – 2.29</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30</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71676914"/>
                  </a:ext>
                </a:extLst>
              </a:tr>
              <a:tr h="436001">
                <a:tc>
                  <a:txBody>
                    <a:bodyPr/>
                    <a:lstStyle/>
                    <a:p>
                      <a:pPr algn="ctr">
                        <a:lnSpc>
                          <a:spcPct val="130000"/>
                        </a:lnSpc>
                      </a:pPr>
                      <a:r>
                        <a:rPr lang="en-US" sz="1800" b="1">
                          <a:effectLst/>
                        </a:rPr>
                        <a:t>8</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Panchromatic</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0.50 – 0.68</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15</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499914935"/>
                  </a:ext>
                </a:extLst>
              </a:tr>
              <a:tr h="436001">
                <a:tc>
                  <a:txBody>
                    <a:bodyPr/>
                    <a:lstStyle/>
                    <a:p>
                      <a:pPr algn="ctr">
                        <a:lnSpc>
                          <a:spcPct val="130000"/>
                        </a:lnSpc>
                      </a:pPr>
                      <a:r>
                        <a:rPr lang="en-US" sz="1800" b="1">
                          <a:effectLst/>
                        </a:rPr>
                        <a:t>9</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Cirrus</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1.36 – 1.38</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30</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277298290"/>
                  </a:ext>
                </a:extLst>
              </a:tr>
              <a:tr h="436001">
                <a:tc>
                  <a:txBody>
                    <a:bodyPr/>
                    <a:lstStyle/>
                    <a:p>
                      <a:pPr algn="ctr">
                        <a:lnSpc>
                          <a:spcPct val="130000"/>
                        </a:lnSpc>
                      </a:pPr>
                      <a:r>
                        <a:rPr lang="en-US" sz="1800" b="1">
                          <a:effectLst/>
                        </a:rPr>
                        <a:t>10</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TIRS1</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10.60 – 11.19</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100</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989518187"/>
                  </a:ext>
                </a:extLst>
              </a:tr>
              <a:tr h="436001">
                <a:tc>
                  <a:txBody>
                    <a:bodyPr/>
                    <a:lstStyle/>
                    <a:p>
                      <a:pPr algn="ctr">
                        <a:lnSpc>
                          <a:spcPct val="130000"/>
                        </a:lnSpc>
                      </a:pPr>
                      <a:r>
                        <a:rPr lang="en-US" sz="1800" b="1">
                          <a:effectLst/>
                        </a:rPr>
                        <a:t>11</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TIRS2</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11.50 – 12.51</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30000"/>
                        </a:lnSpc>
                      </a:pPr>
                      <a:r>
                        <a:rPr lang="en-US" sz="1800" b="1">
                          <a:effectLst/>
                        </a:rPr>
                        <a:t>100</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899791037"/>
                  </a:ext>
                </a:extLst>
              </a:tr>
            </a:tbl>
          </a:graphicData>
        </a:graphic>
      </p:graphicFrame>
      <p:pic>
        <p:nvPicPr>
          <p:cNvPr id="6146" name="Picture 2" descr="Landsat 9 | Landsat Science">
            <a:extLst>
              <a:ext uri="{FF2B5EF4-FFF2-40B4-BE49-F238E27FC236}">
                <a16:creationId xmlns:a16="http://schemas.microsoft.com/office/drawing/2014/main" id="{BEB2F6A0-04B5-4A7D-B0D1-927F8AD19C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6111" y="1211263"/>
            <a:ext cx="5768089" cy="177323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Landsat 8 | Landsat Science">
            <a:extLst>
              <a:ext uri="{FF2B5EF4-FFF2-40B4-BE49-F238E27FC236}">
                <a16:creationId xmlns:a16="http://schemas.microsoft.com/office/drawing/2014/main" id="{5F54148D-80AA-442B-81B7-8CDB0614AD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8522" y="3085933"/>
            <a:ext cx="5757629" cy="3238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458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63EC893-D6FA-CFE0-C7FF-D73D8E5C88FC}"/>
              </a:ext>
            </a:extLst>
          </p:cNvPr>
          <p:cNvSpPr>
            <a:spLocks noGrp="1"/>
          </p:cNvSpPr>
          <p:nvPr>
            <p:ph type="title"/>
          </p:nvPr>
        </p:nvSpPr>
        <p:spPr>
          <a:xfrm>
            <a:off x="432000" y="432000"/>
            <a:ext cx="5249472" cy="432000"/>
          </a:xfrm>
        </p:spPr>
        <p:txBody>
          <a:bodyPr/>
          <a:lstStyle/>
          <a:p>
            <a:r>
              <a:rPr lang="en-US"/>
              <a:t>KHU VỰC NGHIÊN CỨU</a:t>
            </a:r>
          </a:p>
        </p:txBody>
      </p:sp>
      <p:sp>
        <p:nvSpPr>
          <p:cNvPr id="5" name="Slide Number Placeholder 4">
            <a:extLst>
              <a:ext uri="{FF2B5EF4-FFF2-40B4-BE49-F238E27FC236}">
                <a16:creationId xmlns:a16="http://schemas.microsoft.com/office/drawing/2014/main" id="{17F93419-E5EC-480A-BDA3-F2373844FCDE}"/>
              </a:ext>
            </a:extLst>
          </p:cNvPr>
          <p:cNvSpPr>
            <a:spLocks noGrp="1"/>
          </p:cNvSpPr>
          <p:nvPr>
            <p:ph type="sldNum" sz="quarter" idx="11"/>
          </p:nvPr>
        </p:nvSpPr>
        <p:spPr>
          <a:xfrm>
            <a:off x="11496369" y="6155190"/>
            <a:ext cx="432000" cy="432000"/>
          </a:xfrm>
        </p:spPr>
        <p:txBody>
          <a:bodyPr anchor="ctr">
            <a:normAutofit/>
          </a:bodyPr>
          <a:lstStyle/>
          <a:p>
            <a:pPr>
              <a:spcAft>
                <a:spcPts val="600"/>
              </a:spcAft>
            </a:pPr>
            <a:fld id="{19B51A1E-902D-48AF-9020-955120F399B6}" type="slidenum">
              <a:rPr lang="en-US" noProof="0" smtClean="0"/>
              <a:pPr>
                <a:spcAft>
                  <a:spcPts val="600"/>
                </a:spcAft>
              </a:pPr>
              <a:t>11</a:t>
            </a:fld>
            <a:endParaRPr lang="en-US" noProof="0"/>
          </a:p>
        </p:txBody>
      </p:sp>
      <p:sp>
        <p:nvSpPr>
          <p:cNvPr id="4" name="TextBox 3">
            <a:extLst>
              <a:ext uri="{FF2B5EF4-FFF2-40B4-BE49-F238E27FC236}">
                <a16:creationId xmlns:a16="http://schemas.microsoft.com/office/drawing/2014/main" id="{0A89B6D2-9C96-4DB7-A5E4-A511241B8FA9}"/>
              </a:ext>
            </a:extLst>
          </p:cNvPr>
          <p:cNvSpPr txBox="1"/>
          <p:nvPr/>
        </p:nvSpPr>
        <p:spPr>
          <a:xfrm>
            <a:off x="857302" y="1171383"/>
            <a:ext cx="3491414" cy="5116392"/>
          </a:xfrm>
          <a:prstGeom prst="rect">
            <a:avLst/>
          </a:prstGeom>
          <a:noFill/>
        </p:spPr>
        <p:txBody>
          <a:bodyPr wrap="square" lIns="0" tIns="0" rIns="0" bIns="0" rtlCol="0">
            <a:noAutofit/>
          </a:bodyPr>
          <a:lstStyle/>
          <a:p>
            <a:pPr algn="just">
              <a:lnSpc>
                <a:spcPct val="114000"/>
              </a:lnSpc>
            </a:pPr>
            <a:r>
              <a:rPr lang="nb-NO" sz="2400">
                <a:effectLst/>
                <a:latin typeface="+mj-lt"/>
                <a:ea typeface="Times New Roman" panose="02020603050405020304" pitchFamily="18" charset="0"/>
              </a:rPr>
              <a:t>Thành phố Hồ Chí Minh có diện tích tự nhiên 2.095 km</a:t>
            </a:r>
            <a:r>
              <a:rPr lang="nb-NO" sz="2400" baseline="30000">
                <a:effectLst/>
                <a:latin typeface="+mj-lt"/>
                <a:ea typeface="Times New Roman" panose="02020603050405020304" pitchFamily="18" charset="0"/>
              </a:rPr>
              <a:t>2</a:t>
            </a:r>
            <a:r>
              <a:rPr lang="nb-NO" sz="2400">
                <a:effectLst/>
                <a:latin typeface="+mj-lt"/>
                <a:ea typeface="Times New Roman" panose="02020603050405020304" pitchFamily="18" charset="0"/>
              </a:rPr>
              <a:t>, dân số đạt gần 8.9 triệu người (tính đến tháng 6/2023)</a:t>
            </a:r>
            <a:r>
              <a:rPr lang="nl-NL" sz="2400">
                <a:solidFill>
                  <a:srgbClr val="000000"/>
                </a:solidFill>
                <a:effectLst/>
                <a:latin typeface="+mj-lt"/>
                <a:ea typeface="Times New Roman" panose="02020603050405020304" pitchFamily="18" charset="0"/>
              </a:rPr>
              <a:t>. Mức độ gia tăng dân số ở thành phố khoảng 1 triệu người sau mỗi 5 năm (bao gồm cả người nhập cư), kéo theo tốc độ đô thị hóa cao</a:t>
            </a:r>
            <a:r>
              <a:rPr lang="en-US" sz="2400">
                <a:solidFill>
                  <a:srgbClr val="000000"/>
                </a:solidFill>
                <a:effectLst/>
                <a:latin typeface="+mj-lt"/>
                <a:ea typeface="Times New Roman" panose="02020603050405020304" pitchFamily="18" charset="0"/>
                <a:cs typeface="Arial" panose="020B0604020202020204" pitchFamily="34" charset="0"/>
              </a:rPr>
              <a:t>.</a:t>
            </a:r>
            <a:endParaRPr lang="en-US" sz="2400" dirty="0">
              <a:solidFill>
                <a:schemeClr val="tx1">
                  <a:lumMod val="75000"/>
                  <a:lumOff val="25000"/>
                </a:schemeClr>
              </a:solidFill>
              <a:latin typeface="+mj-lt"/>
              <a:cs typeface="Arial" panose="020B0604020202020204" pitchFamily="34" charset="0"/>
            </a:endParaRPr>
          </a:p>
        </p:txBody>
      </p:sp>
      <p:pic>
        <p:nvPicPr>
          <p:cNvPr id="6" name="Picture 5" descr="A map of the vietnam and the vietnam sea&#10;&#10;Description automatically generated with medium confidence">
            <a:extLst>
              <a:ext uri="{FF2B5EF4-FFF2-40B4-BE49-F238E27FC236}">
                <a16:creationId xmlns:a16="http://schemas.microsoft.com/office/drawing/2014/main" id="{EF339A9B-02A1-4E68-BFDF-4C3FB78B8F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68046" y="825816"/>
            <a:ext cx="6521441" cy="5206368"/>
          </a:xfrm>
          <a:prstGeom prst="rect">
            <a:avLst/>
          </a:prstGeom>
        </p:spPr>
      </p:pic>
    </p:spTree>
    <p:extLst>
      <p:ext uri="{BB962C8B-B14F-4D97-AF65-F5344CB8AC3E}">
        <p14:creationId xmlns:p14="http://schemas.microsoft.com/office/powerpoint/2010/main" val="2605012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63EC893-D6FA-CFE0-C7FF-D73D8E5C88FC}"/>
              </a:ext>
            </a:extLst>
          </p:cNvPr>
          <p:cNvSpPr>
            <a:spLocks noGrp="1"/>
          </p:cNvSpPr>
          <p:nvPr>
            <p:ph type="title"/>
          </p:nvPr>
        </p:nvSpPr>
        <p:spPr>
          <a:xfrm>
            <a:off x="4265232" y="390056"/>
            <a:ext cx="3661535" cy="432000"/>
          </a:xfrm>
        </p:spPr>
        <p:txBody>
          <a:bodyPr/>
          <a:lstStyle/>
          <a:p>
            <a:r>
              <a:rPr lang="en-US"/>
              <a:t>DỮ LIỆU SỬ DỤNG</a:t>
            </a:r>
          </a:p>
        </p:txBody>
      </p:sp>
      <p:sp>
        <p:nvSpPr>
          <p:cNvPr id="5" name="Slide Number Placeholder 4">
            <a:extLst>
              <a:ext uri="{FF2B5EF4-FFF2-40B4-BE49-F238E27FC236}">
                <a16:creationId xmlns:a16="http://schemas.microsoft.com/office/drawing/2014/main" id="{17F93419-E5EC-480A-BDA3-F2373844FCDE}"/>
              </a:ext>
            </a:extLst>
          </p:cNvPr>
          <p:cNvSpPr>
            <a:spLocks noGrp="1"/>
          </p:cNvSpPr>
          <p:nvPr>
            <p:ph type="sldNum" sz="quarter" idx="11"/>
          </p:nvPr>
        </p:nvSpPr>
        <p:spPr>
          <a:xfrm>
            <a:off x="11496369" y="6155190"/>
            <a:ext cx="432000" cy="432000"/>
          </a:xfrm>
        </p:spPr>
        <p:txBody>
          <a:bodyPr anchor="ctr">
            <a:normAutofit/>
          </a:bodyPr>
          <a:lstStyle/>
          <a:p>
            <a:pPr>
              <a:spcAft>
                <a:spcPts val="600"/>
              </a:spcAft>
            </a:pPr>
            <a:fld id="{19B51A1E-902D-48AF-9020-955120F399B6}" type="slidenum">
              <a:rPr lang="en-US" noProof="0" smtClean="0"/>
              <a:pPr>
                <a:spcAft>
                  <a:spcPts val="600"/>
                </a:spcAft>
              </a:pPr>
              <a:t>12</a:t>
            </a:fld>
            <a:endParaRPr lang="en-US" noProof="0"/>
          </a:p>
        </p:txBody>
      </p:sp>
      <p:pic>
        <p:nvPicPr>
          <p:cNvPr id="7" name="Picture 6">
            <a:extLst>
              <a:ext uri="{FF2B5EF4-FFF2-40B4-BE49-F238E27FC236}">
                <a16:creationId xmlns:a16="http://schemas.microsoft.com/office/drawing/2014/main" id="{59371F46-DD4F-4EA0-95C0-D2C51E928FB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612" y="2268960"/>
            <a:ext cx="11492774" cy="3794762"/>
          </a:xfrm>
          <a:prstGeom prst="rect">
            <a:avLst/>
          </a:prstGeom>
          <a:noFill/>
          <a:ln>
            <a:noFill/>
          </a:ln>
        </p:spPr>
      </p:pic>
      <p:sp>
        <p:nvSpPr>
          <p:cNvPr id="8" name="TextBox 7">
            <a:extLst>
              <a:ext uri="{FF2B5EF4-FFF2-40B4-BE49-F238E27FC236}">
                <a16:creationId xmlns:a16="http://schemas.microsoft.com/office/drawing/2014/main" id="{46766AC1-1BD1-4C95-A848-95E6706C1CC6}"/>
              </a:ext>
            </a:extLst>
          </p:cNvPr>
          <p:cNvSpPr txBox="1"/>
          <p:nvPr/>
        </p:nvSpPr>
        <p:spPr>
          <a:xfrm>
            <a:off x="1165647" y="1068631"/>
            <a:ext cx="9626400" cy="1200329"/>
          </a:xfrm>
          <a:prstGeom prst="rect">
            <a:avLst/>
          </a:prstGeom>
          <a:noFill/>
        </p:spPr>
        <p:txBody>
          <a:bodyPr wrap="square">
            <a:spAutoFit/>
          </a:bodyPr>
          <a:lstStyle/>
          <a:p>
            <a:pPr algn="just"/>
            <a:r>
              <a:rPr lang="en-US" sz="2400" b="1">
                <a:effectLst/>
                <a:ea typeface="Times New Roman" panose="02020603050405020304" pitchFamily="18" charset="0"/>
              </a:rPr>
              <a:t>Dữ liệu viễn thám sử dụng trong nghiên cứu là ảnh vệ tinh Landsat chụp khu vực </a:t>
            </a:r>
            <a:r>
              <a:rPr lang="nb-NO" sz="2400" b="1">
                <a:effectLst/>
                <a:ea typeface="Times New Roman" panose="02020603050405020304" pitchFamily="18" charset="0"/>
              </a:rPr>
              <a:t>T</a:t>
            </a:r>
            <a:r>
              <a:rPr lang="en-US" sz="2400" b="1">
                <a:effectLst/>
                <a:ea typeface="Times New Roman" panose="02020603050405020304" pitchFamily="18" charset="0"/>
              </a:rPr>
              <a:t>hành phố Hồ Chí Minh, bao gồm 03 cảnh ảnh ngày 11/02/2010 (Landsat 5 TM), </a:t>
            </a:r>
            <a:r>
              <a:rPr lang="nl-NL" sz="2400" b="1">
                <a:effectLst/>
                <a:ea typeface="Times New Roman" panose="02020603050405020304" pitchFamily="18" charset="0"/>
              </a:rPr>
              <a:t>0</a:t>
            </a:r>
            <a:r>
              <a:rPr lang="en-US" sz="2400" b="1">
                <a:effectLst/>
                <a:ea typeface="Times New Roman" panose="02020603050405020304" pitchFamily="18" charset="0"/>
              </a:rPr>
              <a:t>9/02/2015 và 23/02/2020 (Landsat 8)</a:t>
            </a:r>
            <a:endParaRPr lang="en-US" sz="2400" b="1"/>
          </a:p>
        </p:txBody>
      </p:sp>
    </p:spTree>
    <p:extLst>
      <p:ext uri="{BB962C8B-B14F-4D97-AF65-F5344CB8AC3E}">
        <p14:creationId xmlns:p14="http://schemas.microsoft.com/office/powerpoint/2010/main" val="1427817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60192" y="70019"/>
            <a:ext cx="5596128" cy="523220"/>
          </a:xfrm>
          <a:prstGeom prst="rect">
            <a:avLst/>
          </a:prstGeom>
          <a:noFill/>
        </p:spPr>
        <p:txBody>
          <a:bodyPr wrap="square" rtlCol="0">
            <a:spAutoFit/>
          </a:bodyPr>
          <a:lstStyle/>
          <a:p>
            <a:pPr algn="ctr"/>
            <a:r>
              <a:rPr lang="en-US" sz="2800" b="1">
                <a:latin typeface="Arial" panose="020B0604020202020204" pitchFamily="34" charset="0"/>
                <a:cs typeface="Arial" panose="020B0604020202020204" pitchFamily="34" charset="0"/>
              </a:rPr>
              <a:t>PHƯƠNG PHÁP NGHIÊN CỨU</a:t>
            </a:r>
            <a:endParaRPr lang="en-US" sz="2800" b="1" dirty="0">
              <a:latin typeface="Arial" panose="020B0604020202020204" pitchFamily="34" charset="0"/>
              <a:cs typeface="Arial" panose="020B0604020202020204" pitchFamily="34" charset="0"/>
            </a:endParaRPr>
          </a:p>
        </p:txBody>
      </p:sp>
      <p:sp>
        <p:nvSpPr>
          <p:cNvPr id="10" name="Rectangle 5">
            <a:extLst>
              <a:ext uri="{FF2B5EF4-FFF2-40B4-BE49-F238E27FC236}">
                <a16:creationId xmlns:a16="http://schemas.microsoft.com/office/drawing/2014/main" id="{B8BDD43B-B902-4588-A097-B8E2D6A22A5D}"/>
              </a:ext>
            </a:extLst>
          </p:cNvPr>
          <p:cNvSpPr>
            <a:spLocks noChangeArrowheads="1"/>
          </p:cNvSpPr>
          <p:nvPr/>
        </p:nvSpPr>
        <p:spPr bwMode="auto">
          <a:xfrm>
            <a:off x="2094357" y="4904032"/>
            <a:ext cx="1577717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7" name="Picture 6" descr="A diagram of a work flow&#10;&#10;Description automatically generated">
            <a:extLst>
              <a:ext uri="{FF2B5EF4-FFF2-40B4-BE49-F238E27FC236}">
                <a16:creationId xmlns:a16="http://schemas.microsoft.com/office/drawing/2014/main" id="{F6CEB042-9D9D-438F-A9B6-441F8C286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546" y="593239"/>
            <a:ext cx="8618220" cy="6057900"/>
          </a:xfrm>
          <a:prstGeom prst="rect">
            <a:avLst/>
          </a:prstGeom>
        </p:spPr>
      </p:pic>
      <p:sp>
        <p:nvSpPr>
          <p:cNvPr id="6" name="TextBox 5">
            <a:extLst>
              <a:ext uri="{FF2B5EF4-FFF2-40B4-BE49-F238E27FC236}">
                <a16:creationId xmlns:a16="http://schemas.microsoft.com/office/drawing/2014/main" id="{C8F8301B-E37E-4EC9-9405-4AE4AD4CA954}"/>
              </a:ext>
            </a:extLst>
          </p:cNvPr>
          <p:cNvSpPr txBox="1"/>
          <p:nvPr/>
        </p:nvSpPr>
        <p:spPr>
          <a:xfrm>
            <a:off x="9270999" y="1036866"/>
            <a:ext cx="2120901" cy="5170646"/>
          </a:xfrm>
          <a:prstGeom prst="rect">
            <a:avLst/>
          </a:prstGeom>
          <a:noFill/>
        </p:spPr>
        <p:txBody>
          <a:bodyPr wrap="square">
            <a:spAutoFit/>
          </a:bodyPr>
          <a:lstStyle/>
          <a:p>
            <a:pPr algn="just"/>
            <a:r>
              <a:rPr lang="nl-NL" sz="2200" b="1">
                <a:effectLst/>
                <a:ea typeface="Times New Roman" panose="02020603050405020304" pitchFamily="18" charset="0"/>
              </a:rPr>
              <a:t>Để xây dựng bộ dữ liệu bổ sung cho mô hình dự báo phân bố lớp phủ/sử dụng đất, trong nghiên cứu đã</a:t>
            </a:r>
            <a:r>
              <a:rPr lang="en-US" sz="2200" b="1">
                <a:effectLst/>
                <a:ea typeface="Times New Roman" panose="02020603050405020304" pitchFamily="18" charset="0"/>
              </a:rPr>
              <a:t> phân tích đặc điểm tự nhiên, xã hội và thực trạng dữ liệu </a:t>
            </a:r>
            <a:r>
              <a:rPr lang="nl-NL" sz="2200" b="1">
                <a:effectLst/>
                <a:ea typeface="Times New Roman" panose="02020603050405020304" pitchFamily="18" charset="0"/>
              </a:rPr>
              <a:t>khu vực thực nghiệm, từ đó</a:t>
            </a:r>
            <a:r>
              <a:rPr lang="en-US" sz="2200" b="1">
                <a:effectLst/>
                <a:ea typeface="Times New Roman" panose="02020603050405020304" pitchFamily="18" charset="0"/>
              </a:rPr>
              <a:t> thu thập và xây dựng bộ dữ liệu </a:t>
            </a:r>
            <a:r>
              <a:rPr lang="fr-FR" sz="2200" b="1">
                <a:effectLst/>
                <a:ea typeface="Times New Roman" panose="02020603050405020304" pitchFamily="18" charset="0"/>
              </a:rPr>
              <a:t>gồm</a:t>
            </a:r>
            <a:r>
              <a:rPr lang="en-US" sz="2200" b="1">
                <a:effectLst/>
                <a:ea typeface="Times New Roman" panose="02020603050405020304" pitchFamily="18" charset="0"/>
              </a:rPr>
              <a:t> 09 lớp dữ liệu. </a:t>
            </a:r>
            <a:endParaRPr lang="en-US" sz="2200" b="1"/>
          </a:p>
        </p:txBody>
      </p:sp>
    </p:spTree>
    <p:extLst>
      <p:ext uri="{BB962C8B-B14F-4D97-AF65-F5344CB8AC3E}">
        <p14:creationId xmlns:p14="http://schemas.microsoft.com/office/powerpoint/2010/main" val="2950653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60192" y="212209"/>
            <a:ext cx="6172708" cy="523220"/>
          </a:xfrm>
          <a:prstGeom prst="rect">
            <a:avLst/>
          </a:prstGeom>
          <a:noFill/>
        </p:spPr>
        <p:txBody>
          <a:bodyPr wrap="square" rtlCol="0">
            <a:spAutoFit/>
          </a:bodyPr>
          <a:lstStyle/>
          <a:p>
            <a:pPr algn="ctr"/>
            <a:r>
              <a:rPr lang="en-US" sz="2800" b="1">
                <a:latin typeface="Arial" panose="020B0604020202020204" pitchFamily="34" charset="0"/>
                <a:cs typeface="Arial" panose="020B0604020202020204" pitchFamily="34" charset="0"/>
              </a:rPr>
              <a:t>XÂY DỰNG BỘ DỮ LIỆU ĐẦU VÀO</a:t>
            </a:r>
            <a:endParaRPr lang="en-US" sz="2800" b="1" dirty="0">
              <a:latin typeface="Arial" panose="020B0604020202020204" pitchFamily="34" charset="0"/>
              <a:cs typeface="Arial" panose="020B0604020202020204" pitchFamily="34" charset="0"/>
            </a:endParaRPr>
          </a:p>
        </p:txBody>
      </p:sp>
      <p:sp>
        <p:nvSpPr>
          <p:cNvPr id="10" name="Rectangle 5">
            <a:extLst>
              <a:ext uri="{FF2B5EF4-FFF2-40B4-BE49-F238E27FC236}">
                <a16:creationId xmlns:a16="http://schemas.microsoft.com/office/drawing/2014/main" id="{B8BDD43B-B902-4588-A097-B8E2D6A22A5D}"/>
              </a:ext>
            </a:extLst>
          </p:cNvPr>
          <p:cNvSpPr>
            <a:spLocks noChangeArrowheads="1"/>
          </p:cNvSpPr>
          <p:nvPr/>
        </p:nvSpPr>
        <p:spPr bwMode="auto">
          <a:xfrm>
            <a:off x="2094357" y="4904032"/>
            <a:ext cx="1577717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TextBox 7">
            <a:extLst>
              <a:ext uri="{FF2B5EF4-FFF2-40B4-BE49-F238E27FC236}">
                <a16:creationId xmlns:a16="http://schemas.microsoft.com/office/drawing/2014/main" id="{728B749D-2ADC-4EA0-8457-935A177B44D6}"/>
              </a:ext>
            </a:extLst>
          </p:cNvPr>
          <p:cNvSpPr txBox="1"/>
          <p:nvPr/>
        </p:nvSpPr>
        <p:spPr>
          <a:xfrm>
            <a:off x="256860" y="798036"/>
            <a:ext cx="5718175" cy="5847755"/>
          </a:xfrm>
          <a:prstGeom prst="rect">
            <a:avLst/>
          </a:prstGeom>
          <a:noFill/>
        </p:spPr>
        <p:txBody>
          <a:bodyPr wrap="square">
            <a:spAutoFit/>
          </a:bodyPr>
          <a:lstStyle/>
          <a:p>
            <a:pPr marL="342900" indent="-342900" algn="just">
              <a:buFont typeface="Arial" panose="020B0604020202020204" pitchFamily="34" charset="0"/>
              <a:buChar char="•"/>
            </a:pPr>
            <a:r>
              <a:rPr lang="en-US" sz="2200" b="1">
                <a:ea typeface="Times New Roman" panose="02020603050405020304" pitchFamily="18" charset="0"/>
              </a:rPr>
              <a:t>M</a:t>
            </a:r>
            <a:r>
              <a:rPr lang="en-US" sz="2200" b="1">
                <a:effectLst/>
                <a:ea typeface="Times New Roman" panose="02020603050405020304" pitchFamily="18" charset="0"/>
              </a:rPr>
              <a:t>ật độ che phủ của thực vật và nhiệt độ bề mặt được chiết xuất từ dữ liệu ảnh vệ tinh Landsat. </a:t>
            </a:r>
          </a:p>
          <a:p>
            <a:pPr marL="342900" indent="-342900" algn="just">
              <a:buFont typeface="Arial" panose="020B0604020202020204" pitchFamily="34" charset="0"/>
              <a:buChar char="•"/>
            </a:pPr>
            <a:r>
              <a:rPr lang="en-US" sz="2200" b="1">
                <a:effectLst/>
                <a:ea typeface="Times New Roman" panose="02020603050405020304" pitchFamily="18" charset="0"/>
              </a:rPr>
              <a:t>Độ cao, độ dốc, hướng dốc được chiết xuất thông qua dữ liệu GIS trên cơ sở sử dụng mô hình số độ cao DEM. </a:t>
            </a:r>
          </a:p>
          <a:p>
            <a:pPr marL="342900" indent="-342900" algn="just">
              <a:buFont typeface="Arial" panose="020B0604020202020204" pitchFamily="34" charset="0"/>
              <a:buChar char="•"/>
            </a:pPr>
            <a:r>
              <a:rPr lang="en-US" sz="2200" b="1">
                <a:effectLst/>
                <a:ea typeface="Times New Roman" panose="02020603050405020304" pitchFamily="18" charset="0"/>
              </a:rPr>
              <a:t>Các lớp thông tin về khoảng cách tới đường giao thông, khoảng cách tới thủy hệ, khoảng cách tới công trình đặc biệt được xây dựng dựa trên module Euclidean Distance tích hợp trong phần mềm ArcGIS.</a:t>
            </a:r>
          </a:p>
          <a:p>
            <a:pPr marL="342900" indent="-342900" algn="just">
              <a:buFont typeface="Arial" panose="020B0604020202020204" pitchFamily="34" charset="0"/>
              <a:buChar char="•"/>
            </a:pPr>
            <a:r>
              <a:rPr lang="en-US" sz="2200" b="1">
                <a:effectLst/>
                <a:ea typeface="Times New Roman" panose="02020603050405020304" pitchFamily="18" charset="0"/>
              </a:rPr>
              <a:t>Dữ liệu giao thông và thủy hệ khu vực nghiên cứu được chiết xuất từ CSDL nền địa lý quốc gia tỉ lệ 1:50 000</a:t>
            </a:r>
            <a:r>
              <a:rPr lang="en-US" sz="2200" b="1">
                <a:ea typeface="Times New Roman" panose="02020603050405020304" pitchFamily="18" charset="0"/>
              </a:rPr>
              <a:t>.</a:t>
            </a:r>
          </a:p>
          <a:p>
            <a:pPr marL="342900" indent="-342900" algn="just">
              <a:buFont typeface="Arial" panose="020B0604020202020204" pitchFamily="34" charset="0"/>
              <a:buChar char="•"/>
            </a:pPr>
            <a:r>
              <a:rPr lang="en-US" sz="2200" b="1">
                <a:effectLst/>
                <a:ea typeface="Times New Roman" panose="02020603050405020304" pitchFamily="18" charset="0"/>
              </a:rPr>
              <a:t>Dữ liệu về mật độ dân cư được xây dựng trên cơ sở số liệu thống kê về dân số, lao động Thành phố Hồ Chí Minh năm 2021.</a:t>
            </a:r>
            <a:endParaRPr lang="en-US" sz="2200" b="1"/>
          </a:p>
        </p:txBody>
      </p:sp>
      <p:pic>
        <p:nvPicPr>
          <p:cNvPr id="9" name="Picture 8" descr="A collage of images of different shapes&#10;&#10;Description automatically generated">
            <a:extLst>
              <a:ext uri="{FF2B5EF4-FFF2-40B4-BE49-F238E27FC236}">
                <a16:creationId xmlns:a16="http://schemas.microsoft.com/office/drawing/2014/main" id="{19E8D156-0395-401C-A77F-7E07C8F929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44625" y="877009"/>
            <a:ext cx="5839139" cy="2844904"/>
          </a:xfrm>
          <a:prstGeom prst="rect">
            <a:avLst/>
          </a:prstGeom>
        </p:spPr>
      </p:pic>
      <p:pic>
        <p:nvPicPr>
          <p:cNvPr id="11" name="Picture 10">
            <a:extLst>
              <a:ext uri="{FF2B5EF4-FFF2-40B4-BE49-F238E27FC236}">
                <a16:creationId xmlns:a16="http://schemas.microsoft.com/office/drawing/2014/main" id="{9C8852D2-11A1-4BC1-A77F-8E10D5B8360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4625" y="3934043"/>
            <a:ext cx="5839139" cy="1928007"/>
          </a:xfrm>
          <a:prstGeom prst="rect">
            <a:avLst/>
          </a:prstGeom>
          <a:noFill/>
          <a:ln>
            <a:noFill/>
          </a:ln>
        </p:spPr>
      </p:pic>
    </p:spTree>
    <p:extLst>
      <p:ext uri="{BB962C8B-B14F-4D97-AF65-F5344CB8AC3E}">
        <p14:creationId xmlns:p14="http://schemas.microsoft.com/office/powerpoint/2010/main" val="1410176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63EC893-D6FA-CFE0-C7FF-D73D8E5C88FC}"/>
              </a:ext>
            </a:extLst>
          </p:cNvPr>
          <p:cNvSpPr>
            <a:spLocks noGrp="1"/>
          </p:cNvSpPr>
          <p:nvPr>
            <p:ph type="title"/>
          </p:nvPr>
        </p:nvSpPr>
        <p:spPr>
          <a:xfrm>
            <a:off x="570253" y="324858"/>
            <a:ext cx="6708111" cy="432000"/>
          </a:xfrm>
        </p:spPr>
        <p:txBody>
          <a:bodyPr/>
          <a:lstStyle/>
          <a:p>
            <a:r>
              <a:rPr lang="en-US"/>
              <a:t>XÂY DỰNG BỘ DỮ LIỆU ĐẦU VÀO</a:t>
            </a:r>
          </a:p>
        </p:txBody>
      </p:sp>
      <p:sp>
        <p:nvSpPr>
          <p:cNvPr id="5" name="Slide Number Placeholder 4">
            <a:extLst>
              <a:ext uri="{FF2B5EF4-FFF2-40B4-BE49-F238E27FC236}">
                <a16:creationId xmlns:a16="http://schemas.microsoft.com/office/drawing/2014/main" id="{17F93419-E5EC-480A-BDA3-F2373844FCDE}"/>
              </a:ext>
            </a:extLst>
          </p:cNvPr>
          <p:cNvSpPr>
            <a:spLocks noGrp="1"/>
          </p:cNvSpPr>
          <p:nvPr>
            <p:ph type="sldNum" sz="quarter" idx="11"/>
          </p:nvPr>
        </p:nvSpPr>
        <p:spPr>
          <a:xfrm>
            <a:off x="11496369" y="6155190"/>
            <a:ext cx="432000" cy="432000"/>
          </a:xfrm>
        </p:spPr>
        <p:txBody>
          <a:bodyPr anchor="ctr">
            <a:normAutofit/>
          </a:bodyPr>
          <a:lstStyle/>
          <a:p>
            <a:pPr>
              <a:spcAft>
                <a:spcPts val="600"/>
              </a:spcAft>
            </a:pPr>
            <a:fld id="{19B51A1E-902D-48AF-9020-955120F399B6}" type="slidenum">
              <a:rPr lang="en-US" noProof="0" smtClean="0"/>
              <a:pPr>
                <a:spcAft>
                  <a:spcPts val="600"/>
                </a:spcAft>
              </a:pPr>
              <a:t>15</a:t>
            </a:fld>
            <a:endParaRPr lang="en-US" noProof="0"/>
          </a:p>
        </p:txBody>
      </p:sp>
      <p:pic>
        <p:nvPicPr>
          <p:cNvPr id="11" name="Picture 10" descr="A map of the different regions&#10;&#10;Description automatically generated with medium confidence">
            <a:extLst>
              <a:ext uri="{FF2B5EF4-FFF2-40B4-BE49-F238E27FC236}">
                <a16:creationId xmlns:a16="http://schemas.microsoft.com/office/drawing/2014/main" id="{059944CE-0DF8-41A6-9503-6427F5FBB9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90770" y="4039685"/>
            <a:ext cx="4344647" cy="2115505"/>
          </a:xfrm>
          <a:prstGeom prst="rect">
            <a:avLst/>
          </a:prstGeom>
        </p:spPr>
      </p:pic>
      <p:graphicFrame>
        <p:nvGraphicFramePr>
          <p:cNvPr id="3" name="Table 2">
            <a:extLst>
              <a:ext uri="{FF2B5EF4-FFF2-40B4-BE49-F238E27FC236}">
                <a16:creationId xmlns:a16="http://schemas.microsoft.com/office/drawing/2014/main" id="{D80BCBAD-72B0-4C56-A4D6-EB5F4AC3DD01}"/>
              </a:ext>
            </a:extLst>
          </p:cNvPr>
          <p:cNvGraphicFramePr>
            <a:graphicFrameLocks noGrp="1"/>
          </p:cNvGraphicFramePr>
          <p:nvPr>
            <p:extLst>
              <p:ext uri="{D42A27DB-BD31-4B8C-83A1-F6EECF244321}">
                <p14:modId xmlns:p14="http://schemas.microsoft.com/office/powerpoint/2010/main" val="1969843552"/>
              </p:ext>
            </p:extLst>
          </p:nvPr>
        </p:nvGraphicFramePr>
        <p:xfrm>
          <a:off x="256583" y="761346"/>
          <a:ext cx="7021781" cy="5869907"/>
        </p:xfrm>
        <a:graphic>
          <a:graphicData uri="http://schemas.openxmlformats.org/drawingml/2006/table">
            <a:tbl>
              <a:tblPr firstRow="1" firstCol="1" bandRow="1">
                <a:tableStyleId>{69012ECD-51FC-41F1-AA8D-1B2483CD663E}</a:tableStyleId>
              </a:tblPr>
              <a:tblGrid>
                <a:gridCol w="820144">
                  <a:extLst>
                    <a:ext uri="{9D8B030D-6E8A-4147-A177-3AD203B41FA5}">
                      <a16:colId xmlns:a16="http://schemas.microsoft.com/office/drawing/2014/main" val="2897371973"/>
                    </a:ext>
                  </a:extLst>
                </a:gridCol>
                <a:gridCol w="2497639">
                  <a:extLst>
                    <a:ext uri="{9D8B030D-6E8A-4147-A177-3AD203B41FA5}">
                      <a16:colId xmlns:a16="http://schemas.microsoft.com/office/drawing/2014/main" val="193716165"/>
                    </a:ext>
                  </a:extLst>
                </a:gridCol>
                <a:gridCol w="1851999">
                  <a:extLst>
                    <a:ext uri="{9D8B030D-6E8A-4147-A177-3AD203B41FA5}">
                      <a16:colId xmlns:a16="http://schemas.microsoft.com/office/drawing/2014/main" val="696459338"/>
                    </a:ext>
                  </a:extLst>
                </a:gridCol>
                <a:gridCol w="1851999">
                  <a:extLst>
                    <a:ext uri="{9D8B030D-6E8A-4147-A177-3AD203B41FA5}">
                      <a16:colId xmlns:a16="http://schemas.microsoft.com/office/drawing/2014/main" val="3553028821"/>
                    </a:ext>
                  </a:extLst>
                </a:gridCol>
              </a:tblGrid>
              <a:tr h="337845">
                <a:tc rowSpan="2">
                  <a:txBody>
                    <a:bodyPr/>
                    <a:lstStyle/>
                    <a:p>
                      <a:pPr algn="ctr">
                        <a:lnSpc>
                          <a:spcPct val="115000"/>
                        </a:lnSpc>
                      </a:pPr>
                      <a:r>
                        <a:rPr lang="nb-NO" sz="2000" b="1">
                          <a:effectLst/>
                        </a:rPr>
                        <a:t>STT</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just">
                        <a:lnSpc>
                          <a:spcPct val="115000"/>
                        </a:lnSpc>
                      </a:pPr>
                      <a:r>
                        <a:rPr lang="nb-NO" sz="2000" b="1">
                          <a:effectLst/>
                        </a:rPr>
                        <a:t>Lớp dữ liệu bổ sung</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gridSpan="2">
                  <a:txBody>
                    <a:bodyPr/>
                    <a:lstStyle/>
                    <a:p>
                      <a:pPr algn="ctr">
                        <a:lnSpc>
                          <a:spcPct val="115000"/>
                        </a:lnSpc>
                      </a:pPr>
                      <a:r>
                        <a:rPr lang="en-US" sz="2000">
                          <a:effectLst/>
                        </a:rPr>
                        <a:t>Hệ số tương quan</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1052718283"/>
                  </a:ext>
                </a:extLst>
              </a:tr>
              <a:tr h="770454">
                <a:tc vMerge="1">
                  <a:txBody>
                    <a:bodyPr/>
                    <a:lstStyle/>
                    <a:p>
                      <a:endParaRPr lang="en-US"/>
                    </a:p>
                  </a:txBody>
                  <a:tcPr/>
                </a:tc>
                <a:tc vMerge="1">
                  <a:txBody>
                    <a:bodyPr/>
                    <a:lstStyle/>
                    <a:p>
                      <a:endParaRPr lang="en-US"/>
                    </a:p>
                  </a:txBody>
                  <a:tcPr/>
                </a:tc>
                <a:tc>
                  <a:txBody>
                    <a:bodyPr/>
                    <a:lstStyle/>
                    <a:p>
                      <a:pPr algn="ctr">
                        <a:lnSpc>
                          <a:spcPct val="115000"/>
                        </a:lnSpc>
                      </a:pPr>
                      <a:r>
                        <a:rPr lang="nb-NO" sz="2000" b="1">
                          <a:effectLst/>
                        </a:rPr>
                        <a:t>Chỉ số NDBI </a:t>
                      </a:r>
                    </a:p>
                    <a:p>
                      <a:pPr algn="ctr">
                        <a:lnSpc>
                          <a:spcPct val="115000"/>
                        </a:lnSpc>
                      </a:pPr>
                      <a:r>
                        <a:rPr lang="nb-NO" sz="2000" b="1">
                          <a:effectLst/>
                        </a:rPr>
                        <a:t>2010</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nb-NO" sz="2000" b="1">
                          <a:effectLst/>
                        </a:rPr>
                        <a:t>Chỉ số NDBI 2015</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72093374"/>
                  </a:ext>
                </a:extLst>
              </a:tr>
              <a:tr h="372614">
                <a:tc>
                  <a:txBody>
                    <a:bodyPr/>
                    <a:lstStyle/>
                    <a:p>
                      <a:pPr algn="ctr">
                        <a:lnSpc>
                          <a:spcPct val="115000"/>
                        </a:lnSpc>
                      </a:pPr>
                      <a:r>
                        <a:rPr lang="en-US" sz="2000" b="1">
                          <a:effectLst/>
                        </a:rPr>
                        <a:t>1</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Độ cao</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0.321</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0.325</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574659328"/>
                  </a:ext>
                </a:extLst>
              </a:tr>
              <a:tr h="372614">
                <a:tc>
                  <a:txBody>
                    <a:bodyPr/>
                    <a:lstStyle/>
                    <a:p>
                      <a:pPr algn="ctr">
                        <a:lnSpc>
                          <a:spcPct val="115000"/>
                        </a:lnSpc>
                      </a:pPr>
                      <a:r>
                        <a:rPr lang="en-US" sz="2000" b="1">
                          <a:effectLst/>
                        </a:rPr>
                        <a:t>2</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Độ dốc</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0.129</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0.129</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563833359"/>
                  </a:ext>
                </a:extLst>
              </a:tr>
              <a:tr h="372614">
                <a:tc>
                  <a:txBody>
                    <a:bodyPr/>
                    <a:lstStyle/>
                    <a:p>
                      <a:pPr algn="ctr">
                        <a:lnSpc>
                          <a:spcPct val="115000"/>
                        </a:lnSpc>
                      </a:pPr>
                      <a:r>
                        <a:rPr lang="en-US" sz="2000" b="1">
                          <a:effectLst/>
                        </a:rPr>
                        <a:t>3</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Hướng dốc</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-0.112</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-0.119</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0620833"/>
                  </a:ext>
                </a:extLst>
              </a:tr>
              <a:tr h="372614">
                <a:tc>
                  <a:txBody>
                    <a:bodyPr/>
                    <a:lstStyle/>
                    <a:p>
                      <a:pPr algn="ctr">
                        <a:lnSpc>
                          <a:spcPct val="115000"/>
                        </a:lnSpc>
                      </a:pPr>
                      <a:r>
                        <a:rPr lang="en-US" sz="2000" b="1">
                          <a:effectLst/>
                        </a:rPr>
                        <a:t>4</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Mật độ che phủ thực vật</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-0.358</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-0.405</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121229621"/>
                  </a:ext>
                </a:extLst>
              </a:tr>
              <a:tr h="372614">
                <a:tc>
                  <a:txBody>
                    <a:bodyPr/>
                    <a:lstStyle/>
                    <a:p>
                      <a:pPr algn="ctr">
                        <a:lnSpc>
                          <a:spcPct val="115000"/>
                        </a:lnSpc>
                      </a:pPr>
                      <a:r>
                        <a:rPr lang="en-US" sz="2000" b="1">
                          <a:effectLst/>
                        </a:rPr>
                        <a:t>5</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Nhiệt độ bề mặt</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0.550</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0.626</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50349223"/>
                  </a:ext>
                </a:extLst>
              </a:tr>
              <a:tr h="372614">
                <a:tc>
                  <a:txBody>
                    <a:bodyPr/>
                    <a:lstStyle/>
                    <a:p>
                      <a:pPr algn="ctr">
                        <a:lnSpc>
                          <a:spcPct val="115000"/>
                        </a:lnSpc>
                      </a:pPr>
                      <a:r>
                        <a:rPr lang="en-US" sz="2000" b="1">
                          <a:effectLst/>
                        </a:rPr>
                        <a:t>6</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Mật độ dân số</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0.398</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0.456</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814330362"/>
                  </a:ext>
                </a:extLst>
              </a:tr>
              <a:tr h="770454">
                <a:tc>
                  <a:txBody>
                    <a:bodyPr/>
                    <a:lstStyle/>
                    <a:p>
                      <a:pPr algn="ctr">
                        <a:lnSpc>
                          <a:spcPct val="115000"/>
                        </a:lnSpc>
                      </a:pPr>
                      <a:r>
                        <a:rPr lang="en-US" sz="2000" b="1">
                          <a:effectLst/>
                        </a:rPr>
                        <a:t>7</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Khoảng cách tới công trình đặc biệt</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-0.661</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-0.666</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554615546"/>
                  </a:ext>
                </a:extLst>
              </a:tr>
              <a:tr h="770454">
                <a:tc>
                  <a:txBody>
                    <a:bodyPr/>
                    <a:lstStyle/>
                    <a:p>
                      <a:pPr algn="ctr">
                        <a:lnSpc>
                          <a:spcPct val="115000"/>
                        </a:lnSpc>
                      </a:pPr>
                      <a:r>
                        <a:rPr lang="en-US" sz="2000" b="1">
                          <a:effectLst/>
                        </a:rPr>
                        <a:t>8</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Khoảng cách tới đường giao thông</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-0.572</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-0.566</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26363847"/>
                  </a:ext>
                </a:extLst>
              </a:tr>
              <a:tr h="372614">
                <a:tc>
                  <a:txBody>
                    <a:bodyPr/>
                    <a:lstStyle/>
                    <a:p>
                      <a:pPr algn="ctr">
                        <a:lnSpc>
                          <a:spcPct val="115000"/>
                        </a:lnSpc>
                      </a:pPr>
                      <a:r>
                        <a:rPr lang="en-US" sz="2000" b="1">
                          <a:effectLst/>
                        </a:rPr>
                        <a:t>9</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Khoảng cách tới thủy hệ</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0.310</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0.287</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1227621"/>
                  </a:ext>
                </a:extLst>
              </a:tr>
            </a:tbl>
          </a:graphicData>
        </a:graphic>
      </p:graphicFrame>
      <p:sp>
        <p:nvSpPr>
          <p:cNvPr id="13" name="TextBox 12">
            <a:extLst>
              <a:ext uri="{FF2B5EF4-FFF2-40B4-BE49-F238E27FC236}">
                <a16:creationId xmlns:a16="http://schemas.microsoft.com/office/drawing/2014/main" id="{5BFE9458-3ADE-44D2-A88F-343103F9C8C2}"/>
              </a:ext>
            </a:extLst>
          </p:cNvPr>
          <p:cNvSpPr txBox="1"/>
          <p:nvPr/>
        </p:nvSpPr>
        <p:spPr>
          <a:xfrm>
            <a:off x="7844212" y="895533"/>
            <a:ext cx="4003569" cy="3139321"/>
          </a:xfrm>
          <a:prstGeom prst="rect">
            <a:avLst/>
          </a:prstGeom>
          <a:noFill/>
        </p:spPr>
        <p:txBody>
          <a:bodyPr wrap="square">
            <a:spAutoFit/>
          </a:bodyPr>
          <a:lstStyle/>
          <a:p>
            <a:pPr algn="just"/>
            <a:r>
              <a:rPr lang="fr-FR" sz="2200" b="1">
                <a:effectLst/>
                <a:ea typeface="Times New Roman" panose="02020603050405020304" pitchFamily="18" charset="0"/>
              </a:rPr>
              <a:t>Để đánh giá và lựa chọn bộ dữ liệu đầu vào cho mô hình dự báo, trong nghiên cứu tiến hành xác định hệ số tương quan giữa 09 lớp dữ liệu </a:t>
            </a:r>
            <a:r>
              <a:rPr lang="fr-FR" sz="2200" b="1">
                <a:ea typeface="Times New Roman" panose="02020603050405020304" pitchFamily="18" charset="0"/>
              </a:rPr>
              <a:t>đầu vào </a:t>
            </a:r>
            <a:r>
              <a:rPr lang="fr-FR" sz="2200" b="1">
                <a:effectLst/>
                <a:ea typeface="Times New Roman" panose="02020603050405020304" pitchFamily="18" charset="0"/>
              </a:rPr>
              <a:t>và chỉ số đất xây dựng NDBI (đại diện cho LU/LC). Trên cơ phân tích hệ số tương quan, trong nghiên cứu lựa chọn 07 yếu tố để xây dựng mô hình.</a:t>
            </a:r>
            <a:endParaRPr lang="en-US" sz="2200" b="1"/>
          </a:p>
        </p:txBody>
      </p:sp>
    </p:spTree>
    <p:extLst>
      <p:ext uri="{BB962C8B-B14F-4D97-AF65-F5344CB8AC3E}">
        <p14:creationId xmlns:p14="http://schemas.microsoft.com/office/powerpoint/2010/main" val="4051463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63EC893-D6FA-CFE0-C7FF-D73D8E5C88FC}"/>
              </a:ext>
            </a:extLst>
          </p:cNvPr>
          <p:cNvSpPr>
            <a:spLocks noGrp="1"/>
          </p:cNvSpPr>
          <p:nvPr>
            <p:ph type="title"/>
          </p:nvPr>
        </p:nvSpPr>
        <p:spPr>
          <a:xfrm>
            <a:off x="3069028" y="362645"/>
            <a:ext cx="5617772" cy="432000"/>
          </a:xfrm>
        </p:spPr>
        <p:txBody>
          <a:bodyPr/>
          <a:lstStyle/>
          <a:p>
            <a:r>
              <a:rPr lang="en-US"/>
              <a:t>KẾT QUẢ PHÂN LOẠI LU/LC</a:t>
            </a:r>
          </a:p>
        </p:txBody>
      </p:sp>
      <p:sp>
        <p:nvSpPr>
          <p:cNvPr id="5" name="Slide Number Placeholder 4">
            <a:extLst>
              <a:ext uri="{FF2B5EF4-FFF2-40B4-BE49-F238E27FC236}">
                <a16:creationId xmlns:a16="http://schemas.microsoft.com/office/drawing/2014/main" id="{17F93419-E5EC-480A-BDA3-F2373844FCDE}"/>
              </a:ext>
            </a:extLst>
          </p:cNvPr>
          <p:cNvSpPr>
            <a:spLocks noGrp="1"/>
          </p:cNvSpPr>
          <p:nvPr>
            <p:ph type="sldNum" sz="quarter" idx="11"/>
          </p:nvPr>
        </p:nvSpPr>
        <p:spPr>
          <a:xfrm>
            <a:off x="11496369" y="6155190"/>
            <a:ext cx="432000" cy="432000"/>
          </a:xfrm>
        </p:spPr>
        <p:txBody>
          <a:bodyPr anchor="ctr">
            <a:normAutofit/>
          </a:bodyPr>
          <a:lstStyle/>
          <a:p>
            <a:pPr>
              <a:spcAft>
                <a:spcPts val="600"/>
              </a:spcAft>
            </a:pPr>
            <a:fld id="{19B51A1E-902D-48AF-9020-955120F399B6}" type="slidenum">
              <a:rPr lang="en-US" noProof="0" smtClean="0"/>
              <a:pPr>
                <a:spcAft>
                  <a:spcPts val="600"/>
                </a:spcAft>
              </a:pPr>
              <a:t>16</a:t>
            </a:fld>
            <a:endParaRPr lang="en-US" noProof="0"/>
          </a:p>
        </p:txBody>
      </p:sp>
      <p:graphicFrame>
        <p:nvGraphicFramePr>
          <p:cNvPr id="2" name="Table 1">
            <a:extLst>
              <a:ext uri="{FF2B5EF4-FFF2-40B4-BE49-F238E27FC236}">
                <a16:creationId xmlns:a16="http://schemas.microsoft.com/office/drawing/2014/main" id="{5084E390-8E69-4FFC-B287-39088E269B1A}"/>
              </a:ext>
            </a:extLst>
          </p:cNvPr>
          <p:cNvGraphicFramePr>
            <a:graphicFrameLocks noGrp="1"/>
          </p:cNvGraphicFramePr>
          <p:nvPr>
            <p:extLst>
              <p:ext uri="{D42A27DB-BD31-4B8C-83A1-F6EECF244321}">
                <p14:modId xmlns:p14="http://schemas.microsoft.com/office/powerpoint/2010/main" val="3204705068"/>
              </p:ext>
            </p:extLst>
          </p:nvPr>
        </p:nvGraphicFramePr>
        <p:xfrm>
          <a:off x="587612" y="960193"/>
          <a:ext cx="8527575" cy="2298065"/>
        </p:xfrm>
        <a:graphic>
          <a:graphicData uri="http://schemas.openxmlformats.org/drawingml/2006/table">
            <a:tbl>
              <a:tblPr firstRow="1" firstCol="1" bandRow="1">
                <a:tableStyleId>{69012ECD-51FC-41F1-AA8D-1B2483CD663E}</a:tableStyleId>
              </a:tblPr>
              <a:tblGrid>
                <a:gridCol w="989041">
                  <a:extLst>
                    <a:ext uri="{9D8B030D-6E8A-4147-A177-3AD203B41FA5}">
                      <a16:colId xmlns:a16="http://schemas.microsoft.com/office/drawing/2014/main" val="564527005"/>
                    </a:ext>
                  </a:extLst>
                </a:gridCol>
                <a:gridCol w="2559826">
                  <a:extLst>
                    <a:ext uri="{9D8B030D-6E8A-4147-A177-3AD203B41FA5}">
                      <a16:colId xmlns:a16="http://schemas.microsoft.com/office/drawing/2014/main" val="6039900"/>
                    </a:ext>
                  </a:extLst>
                </a:gridCol>
                <a:gridCol w="1244677">
                  <a:extLst>
                    <a:ext uri="{9D8B030D-6E8A-4147-A177-3AD203B41FA5}">
                      <a16:colId xmlns:a16="http://schemas.microsoft.com/office/drawing/2014/main" val="1348125029"/>
                    </a:ext>
                  </a:extLst>
                </a:gridCol>
                <a:gridCol w="1244677">
                  <a:extLst>
                    <a:ext uri="{9D8B030D-6E8A-4147-A177-3AD203B41FA5}">
                      <a16:colId xmlns:a16="http://schemas.microsoft.com/office/drawing/2014/main" val="2498926936"/>
                    </a:ext>
                  </a:extLst>
                </a:gridCol>
                <a:gridCol w="1244677">
                  <a:extLst>
                    <a:ext uri="{9D8B030D-6E8A-4147-A177-3AD203B41FA5}">
                      <a16:colId xmlns:a16="http://schemas.microsoft.com/office/drawing/2014/main" val="2507961024"/>
                    </a:ext>
                  </a:extLst>
                </a:gridCol>
                <a:gridCol w="1244677">
                  <a:extLst>
                    <a:ext uri="{9D8B030D-6E8A-4147-A177-3AD203B41FA5}">
                      <a16:colId xmlns:a16="http://schemas.microsoft.com/office/drawing/2014/main" val="63594049"/>
                    </a:ext>
                  </a:extLst>
                </a:gridCol>
              </a:tblGrid>
              <a:tr h="0">
                <a:tc>
                  <a:txBody>
                    <a:bodyPr/>
                    <a:lstStyle/>
                    <a:p>
                      <a:pPr algn="ctr">
                        <a:lnSpc>
                          <a:spcPct val="115000"/>
                        </a:lnSpc>
                      </a:pPr>
                      <a:r>
                        <a:rPr lang="fr-FR" sz="2000" b="1">
                          <a:effectLst/>
                        </a:rPr>
                        <a:t>Năm</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fr-FR" sz="2000" b="1">
                          <a:effectLst/>
                        </a:rPr>
                        <a:t>Độ chính xác</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SVM</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RF</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CART</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ML</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3532580"/>
                  </a:ext>
                </a:extLst>
              </a:tr>
              <a:tr h="0">
                <a:tc rowSpan="2">
                  <a:txBody>
                    <a:bodyPr/>
                    <a:lstStyle/>
                    <a:p>
                      <a:pPr algn="ctr">
                        <a:lnSpc>
                          <a:spcPct val="115000"/>
                        </a:lnSpc>
                      </a:pPr>
                      <a:r>
                        <a:rPr lang="en-US" sz="2000" b="1">
                          <a:effectLst/>
                        </a:rPr>
                        <a:t>2010</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Độ chính xác tổng thể</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86.90%</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93.44%</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90.77%</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85.98%</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54838258"/>
                  </a:ext>
                </a:extLst>
              </a:tr>
              <a:tr h="0">
                <a:tc vMerge="1">
                  <a:txBody>
                    <a:bodyPr/>
                    <a:lstStyle/>
                    <a:p>
                      <a:endParaRPr lang="en-US"/>
                    </a:p>
                  </a:txBody>
                  <a:tcPr/>
                </a:tc>
                <a:tc>
                  <a:txBody>
                    <a:bodyPr/>
                    <a:lstStyle/>
                    <a:p>
                      <a:pPr algn="just">
                        <a:lnSpc>
                          <a:spcPct val="115000"/>
                        </a:lnSpc>
                      </a:pPr>
                      <a:r>
                        <a:rPr lang="en-US" sz="2000" b="1">
                          <a:effectLst/>
                        </a:rPr>
                        <a:t>Chỉ số Kappa</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0.871</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0.919</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0.887</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0.829</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47342294"/>
                  </a:ext>
                </a:extLst>
              </a:tr>
              <a:tr h="0">
                <a:tc rowSpan="2">
                  <a:txBody>
                    <a:bodyPr/>
                    <a:lstStyle/>
                    <a:p>
                      <a:pPr algn="ctr">
                        <a:lnSpc>
                          <a:spcPct val="115000"/>
                        </a:lnSpc>
                      </a:pPr>
                      <a:r>
                        <a:rPr lang="en-US" sz="2000" b="1">
                          <a:effectLst/>
                        </a:rPr>
                        <a:t>2015</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Độ chính xác tổng thể</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88.72%</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93.54%</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89.81%</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87.29%</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168167496"/>
                  </a:ext>
                </a:extLst>
              </a:tr>
              <a:tr h="0">
                <a:tc vMerge="1">
                  <a:txBody>
                    <a:bodyPr/>
                    <a:lstStyle/>
                    <a:p>
                      <a:endParaRPr lang="en-US"/>
                    </a:p>
                  </a:txBody>
                  <a:tcPr/>
                </a:tc>
                <a:tc>
                  <a:txBody>
                    <a:bodyPr/>
                    <a:lstStyle/>
                    <a:p>
                      <a:pPr algn="just">
                        <a:lnSpc>
                          <a:spcPct val="115000"/>
                        </a:lnSpc>
                      </a:pPr>
                      <a:r>
                        <a:rPr lang="en-US" sz="2000" b="1">
                          <a:effectLst/>
                        </a:rPr>
                        <a:t>Chỉ số Kappa</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0.863</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0.921</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0.876</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0.845</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235418861"/>
                  </a:ext>
                </a:extLst>
              </a:tr>
              <a:tr h="0">
                <a:tc rowSpan="2">
                  <a:txBody>
                    <a:bodyPr/>
                    <a:lstStyle/>
                    <a:p>
                      <a:pPr algn="ctr">
                        <a:lnSpc>
                          <a:spcPct val="115000"/>
                        </a:lnSpc>
                      </a:pPr>
                      <a:r>
                        <a:rPr lang="en-US" sz="2000" b="1">
                          <a:effectLst/>
                        </a:rPr>
                        <a:t>2020</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2000" b="1">
                          <a:effectLst/>
                        </a:rPr>
                        <a:t>Độ chính xác tổng thể</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91.26%</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15000"/>
                        </a:lnSpc>
                      </a:pPr>
                      <a:r>
                        <a:rPr lang="en-US" sz="2000" b="1">
                          <a:effectLst/>
                        </a:rPr>
                        <a:t>93.02%</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15000"/>
                        </a:lnSpc>
                      </a:pPr>
                      <a:r>
                        <a:rPr lang="en-US" sz="2000" b="1">
                          <a:effectLst/>
                        </a:rPr>
                        <a:t>87.65%</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15000"/>
                        </a:lnSpc>
                      </a:pPr>
                      <a:r>
                        <a:rPr lang="en-US" sz="2000" b="1">
                          <a:effectLst/>
                        </a:rPr>
                        <a:t>88.10%</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178955255"/>
                  </a:ext>
                </a:extLst>
              </a:tr>
              <a:tr h="0">
                <a:tc vMerge="1">
                  <a:txBody>
                    <a:bodyPr/>
                    <a:lstStyle/>
                    <a:p>
                      <a:endParaRPr lang="en-US"/>
                    </a:p>
                  </a:txBody>
                  <a:tcPr/>
                </a:tc>
                <a:tc>
                  <a:txBody>
                    <a:bodyPr/>
                    <a:lstStyle/>
                    <a:p>
                      <a:pPr algn="just">
                        <a:lnSpc>
                          <a:spcPct val="115000"/>
                        </a:lnSpc>
                      </a:pPr>
                      <a:r>
                        <a:rPr lang="en-US" sz="2000" b="1">
                          <a:effectLst/>
                        </a:rPr>
                        <a:t>Chỉ số Kappa</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2000" b="1">
                          <a:effectLst/>
                        </a:rPr>
                        <a:t>0.892</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15000"/>
                        </a:lnSpc>
                      </a:pPr>
                      <a:r>
                        <a:rPr lang="en-US" sz="2000" b="1">
                          <a:effectLst/>
                        </a:rPr>
                        <a:t>0.915</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15000"/>
                        </a:lnSpc>
                      </a:pPr>
                      <a:r>
                        <a:rPr lang="en-US" sz="2000" b="1">
                          <a:effectLst/>
                        </a:rPr>
                        <a:t>0.858</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15000"/>
                        </a:lnSpc>
                      </a:pPr>
                      <a:r>
                        <a:rPr lang="en-US" sz="2000" b="1">
                          <a:effectLst/>
                        </a:rPr>
                        <a:t>0.847</a:t>
                      </a:r>
                      <a:endParaRPr lang="en-US"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764702466"/>
                  </a:ext>
                </a:extLst>
              </a:tr>
            </a:tbl>
          </a:graphicData>
        </a:graphic>
      </p:graphicFrame>
      <p:pic>
        <p:nvPicPr>
          <p:cNvPr id="7" name="Picture 6" descr="A map of the country&#10;&#10;Description automatically generated">
            <a:extLst>
              <a:ext uri="{FF2B5EF4-FFF2-40B4-BE49-F238E27FC236}">
                <a16:creationId xmlns:a16="http://schemas.microsoft.com/office/drawing/2014/main" id="{16DA867A-D406-44D0-8CD5-DBD0A7A713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7612" y="3613090"/>
            <a:ext cx="8630308" cy="2878790"/>
          </a:xfrm>
          <a:prstGeom prst="rect">
            <a:avLst/>
          </a:prstGeom>
        </p:spPr>
      </p:pic>
      <p:sp>
        <p:nvSpPr>
          <p:cNvPr id="10" name="TextBox 9">
            <a:extLst>
              <a:ext uri="{FF2B5EF4-FFF2-40B4-BE49-F238E27FC236}">
                <a16:creationId xmlns:a16="http://schemas.microsoft.com/office/drawing/2014/main" id="{3ACAF411-2CDB-4D93-9CAB-B60177D36A25}"/>
              </a:ext>
            </a:extLst>
          </p:cNvPr>
          <p:cNvSpPr txBox="1"/>
          <p:nvPr/>
        </p:nvSpPr>
        <p:spPr>
          <a:xfrm>
            <a:off x="9502469" y="843677"/>
            <a:ext cx="2101919" cy="5170646"/>
          </a:xfrm>
          <a:prstGeom prst="rect">
            <a:avLst/>
          </a:prstGeom>
          <a:noFill/>
        </p:spPr>
        <p:txBody>
          <a:bodyPr wrap="square">
            <a:spAutoFit/>
          </a:bodyPr>
          <a:lstStyle/>
          <a:p>
            <a:pPr algn="just"/>
            <a:r>
              <a:rPr lang="en-US" sz="2200" b="1">
                <a:effectLst/>
                <a:ea typeface="Times New Roman" panose="02020603050405020304" pitchFamily="18" charset="0"/>
              </a:rPr>
              <a:t>Để đánh giá và lựa chọn phương pháp phân loại lớp phủ/sử dụng đất phù hợp với đặc điểm khu vực nghiên cứu, </a:t>
            </a:r>
            <a:r>
              <a:rPr lang="fr-FR" sz="2200" b="1">
                <a:effectLst/>
                <a:ea typeface="Times New Roman" panose="02020603050405020304" pitchFamily="18" charset="0"/>
              </a:rPr>
              <a:t>trong nghiên cứuthử nghiệm với</a:t>
            </a:r>
            <a:r>
              <a:rPr lang="en-US" sz="2200" b="1">
                <a:effectLst/>
                <a:ea typeface="Times New Roman" panose="02020603050405020304" pitchFamily="18" charset="0"/>
              </a:rPr>
              <a:t> 04 phương pháp: </a:t>
            </a:r>
            <a:r>
              <a:rPr lang="fr-FR" sz="2200" b="1">
                <a:effectLst/>
                <a:ea typeface="Times New Roman" panose="02020603050405020304" pitchFamily="18" charset="0"/>
              </a:rPr>
              <a:t>03 thuật toán học máy (</a:t>
            </a:r>
            <a:r>
              <a:rPr lang="en-US" sz="2200" b="1">
                <a:effectLst/>
                <a:ea typeface="Times New Roman" panose="02020603050405020304" pitchFamily="18" charset="0"/>
              </a:rPr>
              <a:t>RF, SVM, CART</a:t>
            </a:r>
            <a:r>
              <a:rPr lang="fr-FR" sz="2200" b="1">
                <a:effectLst/>
                <a:ea typeface="Times New Roman" panose="02020603050405020304" pitchFamily="18" charset="0"/>
              </a:rPr>
              <a:t>)</a:t>
            </a:r>
            <a:r>
              <a:rPr lang="en-US" sz="2200" b="1">
                <a:effectLst/>
                <a:ea typeface="Times New Roman" panose="02020603050405020304" pitchFamily="18" charset="0"/>
              </a:rPr>
              <a:t> và </a:t>
            </a:r>
            <a:r>
              <a:rPr lang="fr-FR" sz="2200" b="1">
                <a:effectLst/>
                <a:ea typeface="Times New Roman" panose="02020603050405020304" pitchFamily="18" charset="0"/>
              </a:rPr>
              <a:t>thuật toán xác suất cực đại.</a:t>
            </a:r>
            <a:endParaRPr lang="en-US" sz="2200" b="1"/>
          </a:p>
        </p:txBody>
      </p:sp>
    </p:spTree>
    <p:extLst>
      <p:ext uri="{BB962C8B-B14F-4D97-AF65-F5344CB8AC3E}">
        <p14:creationId xmlns:p14="http://schemas.microsoft.com/office/powerpoint/2010/main" val="265715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63EC893-D6FA-CFE0-C7FF-D73D8E5C88FC}"/>
              </a:ext>
            </a:extLst>
          </p:cNvPr>
          <p:cNvSpPr>
            <a:spLocks noGrp="1"/>
          </p:cNvSpPr>
          <p:nvPr>
            <p:ph type="title"/>
          </p:nvPr>
        </p:nvSpPr>
        <p:spPr>
          <a:xfrm>
            <a:off x="1391159" y="324858"/>
            <a:ext cx="8377602" cy="432000"/>
          </a:xfrm>
        </p:spPr>
        <p:txBody>
          <a:bodyPr/>
          <a:lstStyle/>
          <a:p>
            <a:r>
              <a:rPr lang="en-US"/>
              <a:t>MÔ HÌNH HÓA XU THẾ BIẾN ĐỘNG LU/LC</a:t>
            </a:r>
          </a:p>
        </p:txBody>
      </p:sp>
      <p:sp>
        <p:nvSpPr>
          <p:cNvPr id="5" name="Slide Number Placeholder 4">
            <a:extLst>
              <a:ext uri="{FF2B5EF4-FFF2-40B4-BE49-F238E27FC236}">
                <a16:creationId xmlns:a16="http://schemas.microsoft.com/office/drawing/2014/main" id="{17F93419-E5EC-480A-BDA3-F2373844FCDE}"/>
              </a:ext>
            </a:extLst>
          </p:cNvPr>
          <p:cNvSpPr>
            <a:spLocks noGrp="1"/>
          </p:cNvSpPr>
          <p:nvPr>
            <p:ph type="sldNum" sz="quarter" idx="11"/>
          </p:nvPr>
        </p:nvSpPr>
        <p:spPr>
          <a:xfrm>
            <a:off x="11496369" y="6155190"/>
            <a:ext cx="432000" cy="432000"/>
          </a:xfrm>
        </p:spPr>
        <p:txBody>
          <a:bodyPr anchor="ctr">
            <a:normAutofit/>
          </a:bodyPr>
          <a:lstStyle/>
          <a:p>
            <a:pPr>
              <a:spcAft>
                <a:spcPts val="600"/>
              </a:spcAft>
            </a:pPr>
            <a:fld id="{19B51A1E-902D-48AF-9020-955120F399B6}" type="slidenum">
              <a:rPr lang="en-US" noProof="0" smtClean="0"/>
              <a:pPr>
                <a:spcAft>
                  <a:spcPts val="600"/>
                </a:spcAft>
              </a:pPr>
              <a:t>17</a:t>
            </a:fld>
            <a:endParaRPr lang="en-US" noProof="0"/>
          </a:p>
        </p:txBody>
      </p:sp>
      <p:sp>
        <p:nvSpPr>
          <p:cNvPr id="13" name="TextBox 12">
            <a:extLst>
              <a:ext uri="{FF2B5EF4-FFF2-40B4-BE49-F238E27FC236}">
                <a16:creationId xmlns:a16="http://schemas.microsoft.com/office/drawing/2014/main" id="{F7C1EABA-609E-458B-85A2-79E0EB0EAA0F}"/>
              </a:ext>
            </a:extLst>
          </p:cNvPr>
          <p:cNvSpPr txBox="1"/>
          <p:nvPr/>
        </p:nvSpPr>
        <p:spPr>
          <a:xfrm>
            <a:off x="408511" y="1169210"/>
            <a:ext cx="4849289" cy="5047536"/>
          </a:xfrm>
          <a:prstGeom prst="rect">
            <a:avLst/>
          </a:prstGeom>
          <a:noFill/>
        </p:spPr>
        <p:txBody>
          <a:bodyPr wrap="square">
            <a:spAutoFit/>
          </a:bodyPr>
          <a:lstStyle/>
          <a:p>
            <a:pPr algn="just">
              <a:spcBef>
                <a:spcPts val="600"/>
              </a:spcBef>
            </a:pPr>
            <a:r>
              <a:rPr lang="fr-FR" sz="2400" b="1">
                <a:ea typeface="Times New Roman" panose="02020603050405020304" pitchFamily="18" charset="0"/>
              </a:rPr>
              <a:t>M</a:t>
            </a:r>
            <a:r>
              <a:rPr lang="fr-FR" sz="2400" b="1">
                <a:effectLst/>
                <a:ea typeface="Times New Roman" panose="02020603050405020304" pitchFamily="18" charset="0"/>
              </a:rPr>
              <a:t>ô hình toán học Cellular Automata (CA) kết hợp 02 kỹ thuật học máy: mạng ANN và hồi quy Logistic được sử dụng để mô hình hóa xu thế biến động LU/LC khu vực thành phố Hồ Chí Minh. </a:t>
            </a:r>
          </a:p>
          <a:p>
            <a:pPr algn="just">
              <a:spcBef>
                <a:spcPts val="600"/>
              </a:spcBef>
            </a:pPr>
            <a:r>
              <a:rPr lang="fr-FR" sz="2400" b="1">
                <a:effectLst/>
                <a:ea typeface="Times New Roman" panose="02020603050405020304" pitchFamily="18" charset="0"/>
              </a:rPr>
              <a:t>Đối với thuật toán ANN, bộ tham số bao gồm : vùng lân cận (1 px), tỉ lệ học (0.001), số vòng lặp (1000), lớp ẩn (12) và quán tính (0.05). </a:t>
            </a:r>
          </a:p>
          <a:p>
            <a:pPr algn="just">
              <a:spcBef>
                <a:spcPts val="600"/>
              </a:spcBef>
            </a:pPr>
            <a:r>
              <a:rPr lang="fr-FR" sz="2400" b="1">
                <a:effectLst/>
                <a:ea typeface="Times New Roman" panose="02020603050405020304" pitchFamily="18" charset="0"/>
              </a:rPr>
              <a:t>Với thuật toán hồi quy Logistic, bộ tham số đầu vào được thiết lập bao gồm: số lượng mẫu (2000), vùng lân cận (1 px), số vòng lặp tối đa (100).</a:t>
            </a:r>
            <a:endParaRPr lang="en-US" sz="2400" b="1">
              <a:cs typeface="Arial" panose="020B0604020202020204" pitchFamily="34" charset="0"/>
            </a:endParaRPr>
          </a:p>
        </p:txBody>
      </p:sp>
      <p:pic>
        <p:nvPicPr>
          <p:cNvPr id="8" name="Picture 7" descr="A map of different colors&#10;&#10;Description automatically generated with medium confidence">
            <a:extLst>
              <a:ext uri="{FF2B5EF4-FFF2-40B4-BE49-F238E27FC236}">
                <a16:creationId xmlns:a16="http://schemas.microsoft.com/office/drawing/2014/main" id="{4353FA9C-E1D6-403E-8CFA-6641E6421A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99711" y="1934309"/>
            <a:ext cx="6671555" cy="3205655"/>
          </a:xfrm>
          <a:prstGeom prst="rect">
            <a:avLst/>
          </a:prstGeom>
        </p:spPr>
      </p:pic>
      <p:sp>
        <p:nvSpPr>
          <p:cNvPr id="14" name="TextBox 13">
            <a:extLst>
              <a:ext uri="{FF2B5EF4-FFF2-40B4-BE49-F238E27FC236}">
                <a16:creationId xmlns:a16="http://schemas.microsoft.com/office/drawing/2014/main" id="{7741E126-4F4E-463A-8313-91484A1FD61D}"/>
              </a:ext>
            </a:extLst>
          </p:cNvPr>
          <p:cNvSpPr txBox="1"/>
          <p:nvPr/>
        </p:nvSpPr>
        <p:spPr>
          <a:xfrm>
            <a:off x="5687489" y="5346140"/>
            <a:ext cx="6096000" cy="369332"/>
          </a:xfrm>
          <a:prstGeom prst="rect">
            <a:avLst/>
          </a:prstGeom>
          <a:noFill/>
        </p:spPr>
        <p:txBody>
          <a:bodyPr wrap="square">
            <a:spAutoFit/>
          </a:bodyPr>
          <a:lstStyle/>
          <a:p>
            <a:pPr algn="ctr"/>
            <a:r>
              <a:rPr lang="fr-FR" sz="1800" b="1" i="1">
                <a:solidFill>
                  <a:srgbClr val="0070C0"/>
                </a:solidFill>
                <a:effectLst/>
                <a:ea typeface="Times New Roman" panose="02020603050405020304" pitchFamily="18" charset="0"/>
              </a:rPr>
              <a:t>Kết quả dự báo LU/LC năm 2020 bằng thuật toán ANN và LR</a:t>
            </a:r>
            <a:endParaRPr lang="en-US" b="1" i="1">
              <a:solidFill>
                <a:srgbClr val="0070C0"/>
              </a:solidFill>
            </a:endParaRPr>
          </a:p>
        </p:txBody>
      </p:sp>
    </p:spTree>
    <p:extLst>
      <p:ext uri="{BB962C8B-B14F-4D97-AF65-F5344CB8AC3E}">
        <p14:creationId xmlns:p14="http://schemas.microsoft.com/office/powerpoint/2010/main" val="3166443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63EC893-D6FA-CFE0-C7FF-D73D8E5C88FC}"/>
              </a:ext>
            </a:extLst>
          </p:cNvPr>
          <p:cNvSpPr>
            <a:spLocks noGrp="1"/>
          </p:cNvSpPr>
          <p:nvPr>
            <p:ph type="title"/>
          </p:nvPr>
        </p:nvSpPr>
        <p:spPr>
          <a:xfrm>
            <a:off x="1391159" y="193269"/>
            <a:ext cx="5249472" cy="432000"/>
          </a:xfrm>
        </p:spPr>
        <p:txBody>
          <a:bodyPr/>
          <a:lstStyle/>
          <a:p>
            <a:r>
              <a:rPr lang="en-US"/>
              <a:t>ĐÁNH GIÁ ĐỘ CHÍNH XÁC</a:t>
            </a:r>
          </a:p>
        </p:txBody>
      </p:sp>
      <p:sp>
        <p:nvSpPr>
          <p:cNvPr id="5" name="Slide Number Placeholder 4">
            <a:extLst>
              <a:ext uri="{FF2B5EF4-FFF2-40B4-BE49-F238E27FC236}">
                <a16:creationId xmlns:a16="http://schemas.microsoft.com/office/drawing/2014/main" id="{17F93419-E5EC-480A-BDA3-F2373844FCDE}"/>
              </a:ext>
            </a:extLst>
          </p:cNvPr>
          <p:cNvSpPr>
            <a:spLocks noGrp="1"/>
          </p:cNvSpPr>
          <p:nvPr>
            <p:ph type="sldNum" sz="quarter" idx="11"/>
          </p:nvPr>
        </p:nvSpPr>
        <p:spPr>
          <a:xfrm>
            <a:off x="11496369" y="6155190"/>
            <a:ext cx="432000" cy="432000"/>
          </a:xfrm>
        </p:spPr>
        <p:txBody>
          <a:bodyPr anchor="ctr">
            <a:normAutofit/>
          </a:bodyPr>
          <a:lstStyle/>
          <a:p>
            <a:pPr>
              <a:spcAft>
                <a:spcPts val="600"/>
              </a:spcAft>
            </a:pPr>
            <a:fld id="{19B51A1E-902D-48AF-9020-955120F399B6}" type="slidenum">
              <a:rPr lang="en-US" noProof="0" smtClean="0"/>
              <a:pPr>
                <a:spcAft>
                  <a:spcPts val="600"/>
                </a:spcAft>
              </a:pPr>
              <a:t>18</a:t>
            </a:fld>
            <a:endParaRPr lang="en-US" noProof="0"/>
          </a:p>
        </p:txBody>
      </p:sp>
      <p:sp>
        <p:nvSpPr>
          <p:cNvPr id="13" name="TextBox 12">
            <a:extLst>
              <a:ext uri="{FF2B5EF4-FFF2-40B4-BE49-F238E27FC236}">
                <a16:creationId xmlns:a16="http://schemas.microsoft.com/office/drawing/2014/main" id="{F7C1EABA-609E-458B-85A2-79E0EB0EAA0F}"/>
              </a:ext>
            </a:extLst>
          </p:cNvPr>
          <p:cNvSpPr txBox="1"/>
          <p:nvPr/>
        </p:nvSpPr>
        <p:spPr>
          <a:xfrm>
            <a:off x="263631" y="851902"/>
            <a:ext cx="6333721" cy="5735288"/>
          </a:xfrm>
          <a:prstGeom prst="rect">
            <a:avLst/>
          </a:prstGeom>
          <a:noFill/>
        </p:spPr>
        <p:txBody>
          <a:bodyPr wrap="square">
            <a:spAutoFit/>
          </a:bodyPr>
          <a:lstStyle/>
          <a:p>
            <a:pPr marL="342900" indent="-342900" algn="just">
              <a:lnSpc>
                <a:spcPct val="108000"/>
              </a:lnSpc>
              <a:spcBef>
                <a:spcPts val="300"/>
              </a:spcBef>
              <a:buFont typeface="Arial" panose="020B0604020202020204" pitchFamily="34" charset="0"/>
              <a:buChar char="•"/>
            </a:pPr>
            <a:r>
              <a:rPr lang="fr-FR" sz="2400" b="1">
                <a:effectLst/>
                <a:ea typeface="Times New Roman" panose="02020603050405020304" pitchFamily="18" charset="0"/>
              </a:rPr>
              <a:t>Để đánh giá độ chính xác của các mô hình, trong nghiên cứu sử dụng kết quả phân loại lớp phủ/sử dụng đất từ ảnh Landsat năm 2020 bằng thuật toán RF để so sánh. </a:t>
            </a:r>
          </a:p>
          <a:p>
            <a:pPr marL="342900" indent="-342900" algn="just">
              <a:lnSpc>
                <a:spcPct val="108000"/>
              </a:lnSpc>
              <a:spcBef>
                <a:spcPts val="300"/>
              </a:spcBef>
              <a:buFont typeface="Arial" panose="020B0604020202020204" pitchFamily="34" charset="0"/>
              <a:buChar char="•"/>
            </a:pPr>
            <a:r>
              <a:rPr lang="fr-FR" sz="2400" b="1">
                <a:effectLst/>
                <a:ea typeface="Times New Roman" panose="02020603050405020304" pitchFamily="18" charset="0"/>
              </a:rPr>
              <a:t>Kết quả nhận được cho thấy, hệ số tương quan giữa lớp phủ/sử dụng đất năm 2020 được mô hình hóa bằng mô hình CA kết hợp với thuật toán ANN và kết quả phân loại đạt 0.715. Trong khi đó, khi sử dụng mô hình CA kết hợp với thuật toán hồi quy Logistic, hệ số tương quan khi so sánh với kết quả phân loại đạt 0.666</a:t>
            </a:r>
            <a:r>
              <a:rPr lang="fr-FR" sz="2400" b="1">
                <a:solidFill>
                  <a:srgbClr val="000000"/>
                </a:solidFill>
                <a:effectLst/>
                <a:ea typeface="Times New Roman" panose="02020603050405020304" pitchFamily="18" charset="0"/>
              </a:rPr>
              <a:t>.</a:t>
            </a:r>
            <a:r>
              <a:rPr lang="fr-FR" sz="2400" b="1">
                <a:effectLst/>
                <a:ea typeface="Times New Roman" panose="02020603050405020304" pitchFamily="18" charset="0"/>
              </a:rPr>
              <a:t> </a:t>
            </a:r>
          </a:p>
          <a:p>
            <a:pPr marL="342900" indent="-342900" algn="just">
              <a:lnSpc>
                <a:spcPct val="108000"/>
              </a:lnSpc>
              <a:spcBef>
                <a:spcPts val="300"/>
              </a:spcBef>
              <a:buFont typeface="Arial" panose="020B0604020202020204" pitchFamily="34" charset="0"/>
              <a:buChar char="•"/>
            </a:pPr>
            <a:r>
              <a:rPr lang="fr-FR" sz="2400" b="1">
                <a:effectLst/>
                <a:ea typeface="Times New Roman" panose="02020603050405020304" pitchFamily="18" charset="0"/>
              </a:rPr>
              <a:t>Như vậy, thuật toán ANN có độ chính xác cao hơn so với hồi quy Logistic khi dự báo biến động lớp phủ khu vực đô thị thành phố Hồ Chí Minh.</a:t>
            </a:r>
            <a:endParaRPr lang="en-US" sz="2400" b="1">
              <a:effectLst/>
              <a:ea typeface="Times New Roman" panose="02020603050405020304" pitchFamily="18" charset="0"/>
              <a:cs typeface="Arial" panose="020B0604020202020204" pitchFamily="34" charset="0"/>
            </a:endParaRPr>
          </a:p>
        </p:txBody>
      </p:sp>
      <p:pic>
        <p:nvPicPr>
          <p:cNvPr id="9" name="Picture 8" descr="A map of different colors&#10;&#10;Description automatically generated with medium confidence">
            <a:extLst>
              <a:ext uri="{FF2B5EF4-FFF2-40B4-BE49-F238E27FC236}">
                <a16:creationId xmlns:a16="http://schemas.microsoft.com/office/drawing/2014/main" id="{6FB83E81-45D8-4233-97F8-5136553056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59773" y="1636065"/>
            <a:ext cx="5249471" cy="2522350"/>
          </a:xfrm>
          <a:prstGeom prst="rect">
            <a:avLst/>
          </a:prstGeom>
        </p:spPr>
      </p:pic>
      <p:sp>
        <p:nvSpPr>
          <p:cNvPr id="11" name="TextBox 10">
            <a:extLst>
              <a:ext uri="{FF2B5EF4-FFF2-40B4-BE49-F238E27FC236}">
                <a16:creationId xmlns:a16="http://schemas.microsoft.com/office/drawing/2014/main" id="{FF5D0144-2C20-416A-A9C0-9B946A490D6C}"/>
              </a:ext>
            </a:extLst>
          </p:cNvPr>
          <p:cNvSpPr txBox="1"/>
          <p:nvPr/>
        </p:nvSpPr>
        <p:spPr>
          <a:xfrm>
            <a:off x="6759773" y="4345435"/>
            <a:ext cx="5087720" cy="338554"/>
          </a:xfrm>
          <a:prstGeom prst="rect">
            <a:avLst/>
          </a:prstGeom>
          <a:noFill/>
        </p:spPr>
        <p:txBody>
          <a:bodyPr wrap="square">
            <a:spAutoFit/>
          </a:bodyPr>
          <a:lstStyle/>
          <a:p>
            <a:pPr algn="ctr"/>
            <a:r>
              <a:rPr lang="fr-FR" sz="1600" b="1" i="1">
                <a:solidFill>
                  <a:srgbClr val="0070C0"/>
                </a:solidFill>
                <a:effectLst/>
                <a:ea typeface="Times New Roman" panose="02020603050405020304" pitchFamily="18" charset="0"/>
              </a:rPr>
              <a:t>Kết quả dự báo LU/LC năm 2020 bằng thuật toán ANN và LR</a:t>
            </a:r>
            <a:endParaRPr lang="en-US" sz="1600" b="1" i="1">
              <a:solidFill>
                <a:srgbClr val="0070C0"/>
              </a:solidFill>
            </a:endParaRPr>
          </a:p>
        </p:txBody>
      </p:sp>
    </p:spTree>
    <p:extLst>
      <p:ext uri="{BB962C8B-B14F-4D97-AF65-F5344CB8AC3E}">
        <p14:creationId xmlns:p14="http://schemas.microsoft.com/office/powerpoint/2010/main" val="1242917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63EC893-D6FA-CFE0-C7FF-D73D8E5C88FC}"/>
              </a:ext>
            </a:extLst>
          </p:cNvPr>
          <p:cNvSpPr>
            <a:spLocks noGrp="1"/>
          </p:cNvSpPr>
          <p:nvPr>
            <p:ph type="title"/>
          </p:nvPr>
        </p:nvSpPr>
        <p:spPr>
          <a:xfrm>
            <a:off x="3416500" y="612813"/>
            <a:ext cx="5156000" cy="432000"/>
          </a:xfrm>
        </p:spPr>
        <p:txBody>
          <a:bodyPr anchor="ctr">
            <a:normAutofit/>
          </a:bodyPr>
          <a:lstStyle/>
          <a:p>
            <a:r>
              <a:rPr lang="en-US" sz="3000"/>
              <a:t>XU THẾ BIẾN ĐỘNG LU/LC</a:t>
            </a:r>
          </a:p>
        </p:txBody>
      </p:sp>
      <p:sp>
        <p:nvSpPr>
          <p:cNvPr id="5" name="Slide Number Placeholder 4">
            <a:extLst>
              <a:ext uri="{FF2B5EF4-FFF2-40B4-BE49-F238E27FC236}">
                <a16:creationId xmlns:a16="http://schemas.microsoft.com/office/drawing/2014/main" id="{17F93419-E5EC-480A-BDA3-F2373844FCDE}"/>
              </a:ext>
            </a:extLst>
          </p:cNvPr>
          <p:cNvSpPr>
            <a:spLocks noGrp="1"/>
          </p:cNvSpPr>
          <p:nvPr>
            <p:ph type="sldNum" sz="quarter" idx="11"/>
          </p:nvPr>
        </p:nvSpPr>
        <p:spPr>
          <a:xfrm>
            <a:off x="11496369" y="6155190"/>
            <a:ext cx="432000" cy="432000"/>
          </a:xfrm>
        </p:spPr>
        <p:txBody>
          <a:bodyPr anchor="ctr">
            <a:normAutofit/>
          </a:bodyPr>
          <a:lstStyle/>
          <a:p>
            <a:pPr>
              <a:spcAft>
                <a:spcPts val="600"/>
              </a:spcAft>
            </a:pPr>
            <a:fld id="{19B51A1E-902D-48AF-9020-955120F399B6}" type="slidenum">
              <a:rPr lang="en-US" noProof="0" smtClean="0"/>
              <a:pPr>
                <a:spcAft>
                  <a:spcPts val="600"/>
                </a:spcAft>
              </a:pPr>
              <a:t>19</a:t>
            </a:fld>
            <a:endParaRPr lang="en-US" noProof="0"/>
          </a:p>
        </p:txBody>
      </p:sp>
      <p:graphicFrame>
        <p:nvGraphicFramePr>
          <p:cNvPr id="3" name="Table 2">
            <a:extLst>
              <a:ext uri="{FF2B5EF4-FFF2-40B4-BE49-F238E27FC236}">
                <a16:creationId xmlns:a16="http://schemas.microsoft.com/office/drawing/2014/main" id="{CE7C16D9-34D6-4A9C-A76D-30A8BE99C2C3}"/>
              </a:ext>
            </a:extLst>
          </p:cNvPr>
          <p:cNvGraphicFramePr>
            <a:graphicFrameLocks noGrp="1"/>
          </p:cNvGraphicFramePr>
          <p:nvPr>
            <p:extLst>
              <p:ext uri="{D42A27DB-BD31-4B8C-83A1-F6EECF244321}">
                <p14:modId xmlns:p14="http://schemas.microsoft.com/office/powerpoint/2010/main" val="3956466484"/>
              </p:ext>
            </p:extLst>
          </p:nvPr>
        </p:nvGraphicFramePr>
        <p:xfrm>
          <a:off x="432000" y="1525354"/>
          <a:ext cx="11340002" cy="3933295"/>
        </p:xfrm>
        <a:graphic>
          <a:graphicData uri="http://schemas.openxmlformats.org/drawingml/2006/table">
            <a:tbl>
              <a:tblPr firstRow="1" firstCol="1" bandRow="1">
                <a:tableStyleId>{69012ECD-51FC-41F1-AA8D-1B2483CD663E}</a:tableStyleId>
              </a:tblPr>
              <a:tblGrid>
                <a:gridCol w="4166648">
                  <a:extLst>
                    <a:ext uri="{9D8B030D-6E8A-4147-A177-3AD203B41FA5}">
                      <a16:colId xmlns:a16="http://schemas.microsoft.com/office/drawing/2014/main" val="1000031356"/>
                    </a:ext>
                  </a:extLst>
                </a:gridCol>
                <a:gridCol w="1792350">
                  <a:extLst>
                    <a:ext uri="{9D8B030D-6E8A-4147-A177-3AD203B41FA5}">
                      <a16:colId xmlns:a16="http://schemas.microsoft.com/office/drawing/2014/main" val="2352106909"/>
                    </a:ext>
                  </a:extLst>
                </a:gridCol>
                <a:gridCol w="1793668">
                  <a:extLst>
                    <a:ext uri="{9D8B030D-6E8A-4147-A177-3AD203B41FA5}">
                      <a16:colId xmlns:a16="http://schemas.microsoft.com/office/drawing/2014/main" val="3307272583"/>
                    </a:ext>
                  </a:extLst>
                </a:gridCol>
                <a:gridCol w="1793668">
                  <a:extLst>
                    <a:ext uri="{9D8B030D-6E8A-4147-A177-3AD203B41FA5}">
                      <a16:colId xmlns:a16="http://schemas.microsoft.com/office/drawing/2014/main" val="2599957385"/>
                    </a:ext>
                  </a:extLst>
                </a:gridCol>
                <a:gridCol w="1793668">
                  <a:extLst>
                    <a:ext uri="{9D8B030D-6E8A-4147-A177-3AD203B41FA5}">
                      <a16:colId xmlns:a16="http://schemas.microsoft.com/office/drawing/2014/main" val="1351247074"/>
                    </a:ext>
                  </a:extLst>
                </a:gridCol>
              </a:tblGrid>
              <a:tr h="1071589">
                <a:tc>
                  <a:txBody>
                    <a:bodyPr/>
                    <a:lstStyle/>
                    <a:p>
                      <a:pPr algn="r">
                        <a:lnSpc>
                          <a:spcPct val="115000"/>
                        </a:lnSpc>
                      </a:pPr>
                      <a:r>
                        <a:rPr lang="en-US" sz="2500">
                          <a:effectLst/>
                        </a:rPr>
                        <a:t>Năm</a:t>
                      </a:r>
                      <a:endParaRPr lang="en-US" sz="2900">
                        <a:effectLst/>
                      </a:endParaRPr>
                    </a:p>
                    <a:p>
                      <a:pPr algn="just">
                        <a:lnSpc>
                          <a:spcPct val="115000"/>
                        </a:lnSpc>
                        <a:spcBef>
                          <a:spcPts val="600"/>
                        </a:spcBef>
                      </a:pPr>
                      <a:r>
                        <a:rPr lang="en-US" sz="2500">
                          <a:effectLst/>
                        </a:rPr>
                        <a:t>Diện tích (km</a:t>
                      </a:r>
                      <a:r>
                        <a:rPr lang="en-US" sz="2500" baseline="30000">
                          <a:effectLst/>
                        </a:rPr>
                        <a:t>2</a:t>
                      </a:r>
                      <a:r>
                        <a:rPr lang="en-US" sz="2500">
                          <a:effectLst/>
                        </a:rPr>
                        <a:t>)</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2010</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ctr"/>
                </a:tc>
                <a:tc>
                  <a:txBody>
                    <a:bodyPr/>
                    <a:lstStyle/>
                    <a:p>
                      <a:pPr algn="ctr">
                        <a:lnSpc>
                          <a:spcPct val="115000"/>
                        </a:lnSpc>
                      </a:pPr>
                      <a:r>
                        <a:rPr lang="en-US" sz="2500">
                          <a:effectLst/>
                        </a:rPr>
                        <a:t>2015</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ctr"/>
                </a:tc>
                <a:tc>
                  <a:txBody>
                    <a:bodyPr/>
                    <a:lstStyle/>
                    <a:p>
                      <a:pPr algn="ctr">
                        <a:lnSpc>
                          <a:spcPct val="115000"/>
                        </a:lnSpc>
                      </a:pPr>
                      <a:r>
                        <a:rPr lang="en-US" sz="2500">
                          <a:effectLst/>
                        </a:rPr>
                        <a:t>2020</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ctr"/>
                </a:tc>
                <a:tc>
                  <a:txBody>
                    <a:bodyPr/>
                    <a:lstStyle/>
                    <a:p>
                      <a:pPr algn="ctr">
                        <a:lnSpc>
                          <a:spcPct val="115000"/>
                        </a:lnSpc>
                      </a:pPr>
                      <a:r>
                        <a:rPr lang="en-US" sz="2500">
                          <a:effectLst/>
                        </a:rPr>
                        <a:t>2025</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ctr"/>
                </a:tc>
                <a:extLst>
                  <a:ext uri="{0D108BD9-81ED-4DB2-BD59-A6C34878D82A}">
                    <a16:rowId xmlns:a16="http://schemas.microsoft.com/office/drawing/2014/main" val="4275472966"/>
                  </a:ext>
                </a:extLst>
              </a:tr>
              <a:tr h="476951">
                <a:tc>
                  <a:txBody>
                    <a:bodyPr/>
                    <a:lstStyle/>
                    <a:p>
                      <a:pPr algn="just">
                        <a:lnSpc>
                          <a:spcPct val="115000"/>
                        </a:lnSpc>
                      </a:pPr>
                      <a:r>
                        <a:rPr lang="en-US" sz="2500">
                          <a:effectLst/>
                        </a:rPr>
                        <a:t>Mặt nước</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170.149</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167.176</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161.879</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tc>
                  <a:txBody>
                    <a:bodyPr/>
                    <a:lstStyle/>
                    <a:p>
                      <a:pPr algn="ctr">
                        <a:lnSpc>
                          <a:spcPct val="115000"/>
                        </a:lnSpc>
                      </a:pPr>
                      <a:r>
                        <a:rPr lang="en-US" sz="2500">
                          <a:effectLst/>
                        </a:rPr>
                        <a:t>159.705</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extLst>
                  <a:ext uri="{0D108BD9-81ED-4DB2-BD59-A6C34878D82A}">
                    <a16:rowId xmlns:a16="http://schemas.microsoft.com/office/drawing/2014/main" val="1680324005"/>
                  </a:ext>
                </a:extLst>
              </a:tr>
              <a:tr h="476951">
                <a:tc>
                  <a:txBody>
                    <a:bodyPr/>
                    <a:lstStyle/>
                    <a:p>
                      <a:pPr algn="just">
                        <a:lnSpc>
                          <a:spcPct val="115000"/>
                        </a:lnSpc>
                      </a:pPr>
                      <a:r>
                        <a:rPr lang="en-US" sz="2500">
                          <a:effectLst/>
                        </a:rPr>
                        <a:t>Mặt không thấm</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616.983</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786.107</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816.806</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tc>
                  <a:txBody>
                    <a:bodyPr/>
                    <a:lstStyle/>
                    <a:p>
                      <a:pPr algn="ctr">
                        <a:lnSpc>
                          <a:spcPct val="115000"/>
                        </a:lnSpc>
                      </a:pPr>
                      <a:r>
                        <a:rPr lang="en-US" sz="2500">
                          <a:effectLst/>
                        </a:rPr>
                        <a:t>825.076</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extLst>
                  <a:ext uri="{0D108BD9-81ED-4DB2-BD59-A6C34878D82A}">
                    <a16:rowId xmlns:a16="http://schemas.microsoft.com/office/drawing/2014/main" val="4095724944"/>
                  </a:ext>
                </a:extLst>
              </a:tr>
              <a:tr h="476951">
                <a:tc>
                  <a:txBody>
                    <a:bodyPr/>
                    <a:lstStyle/>
                    <a:p>
                      <a:pPr algn="just">
                        <a:lnSpc>
                          <a:spcPct val="115000"/>
                        </a:lnSpc>
                      </a:pPr>
                      <a:r>
                        <a:rPr lang="en-US" sz="2500">
                          <a:effectLst/>
                        </a:rPr>
                        <a:t>Cây bụi</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408.248</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268.444</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273.423</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tc>
                  <a:txBody>
                    <a:bodyPr/>
                    <a:lstStyle/>
                    <a:p>
                      <a:pPr algn="ctr">
                        <a:lnSpc>
                          <a:spcPct val="115000"/>
                        </a:lnSpc>
                      </a:pPr>
                      <a:r>
                        <a:rPr lang="en-US" sz="2500">
                          <a:effectLst/>
                        </a:rPr>
                        <a:t>267.405</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extLst>
                  <a:ext uri="{0D108BD9-81ED-4DB2-BD59-A6C34878D82A}">
                    <a16:rowId xmlns:a16="http://schemas.microsoft.com/office/drawing/2014/main" val="1056699832"/>
                  </a:ext>
                </a:extLst>
              </a:tr>
              <a:tr h="476951">
                <a:tc>
                  <a:txBody>
                    <a:bodyPr/>
                    <a:lstStyle/>
                    <a:p>
                      <a:pPr algn="just">
                        <a:lnSpc>
                          <a:spcPct val="115000"/>
                        </a:lnSpc>
                      </a:pPr>
                      <a:r>
                        <a:rPr lang="en-US" sz="2500">
                          <a:effectLst/>
                        </a:rPr>
                        <a:t>Đất nông nghiệp</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551.434</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458.123</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437.473</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tc>
                  <a:txBody>
                    <a:bodyPr/>
                    <a:lstStyle/>
                    <a:p>
                      <a:pPr algn="ctr">
                        <a:lnSpc>
                          <a:spcPct val="115000"/>
                        </a:lnSpc>
                      </a:pPr>
                      <a:r>
                        <a:rPr lang="en-US" sz="2500">
                          <a:effectLst/>
                        </a:rPr>
                        <a:t>441.749</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extLst>
                  <a:ext uri="{0D108BD9-81ED-4DB2-BD59-A6C34878D82A}">
                    <a16:rowId xmlns:a16="http://schemas.microsoft.com/office/drawing/2014/main" val="2191732898"/>
                  </a:ext>
                </a:extLst>
              </a:tr>
              <a:tr h="476951">
                <a:tc>
                  <a:txBody>
                    <a:bodyPr/>
                    <a:lstStyle/>
                    <a:p>
                      <a:pPr algn="just">
                        <a:lnSpc>
                          <a:spcPct val="115000"/>
                        </a:lnSpc>
                      </a:pPr>
                      <a:r>
                        <a:rPr lang="en-US" sz="2500">
                          <a:effectLst/>
                        </a:rPr>
                        <a:t>Đất trống</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31.479</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19.683</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13.706</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tc>
                  <a:txBody>
                    <a:bodyPr/>
                    <a:lstStyle/>
                    <a:p>
                      <a:pPr algn="ctr">
                        <a:lnSpc>
                          <a:spcPct val="115000"/>
                        </a:lnSpc>
                      </a:pPr>
                      <a:r>
                        <a:rPr lang="en-US" sz="2500">
                          <a:effectLst/>
                        </a:rPr>
                        <a:t>10.834</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extLst>
                  <a:ext uri="{0D108BD9-81ED-4DB2-BD59-A6C34878D82A}">
                    <a16:rowId xmlns:a16="http://schemas.microsoft.com/office/drawing/2014/main" val="616876478"/>
                  </a:ext>
                </a:extLst>
              </a:tr>
              <a:tr h="476951">
                <a:tc>
                  <a:txBody>
                    <a:bodyPr/>
                    <a:lstStyle/>
                    <a:p>
                      <a:pPr algn="just">
                        <a:lnSpc>
                          <a:spcPct val="115000"/>
                        </a:lnSpc>
                      </a:pPr>
                      <a:r>
                        <a:rPr lang="en-US" sz="2500">
                          <a:effectLst/>
                        </a:rPr>
                        <a:t>Rừng</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263.942</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342.702</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tc>
                <a:tc>
                  <a:txBody>
                    <a:bodyPr/>
                    <a:lstStyle/>
                    <a:p>
                      <a:pPr algn="ctr">
                        <a:lnSpc>
                          <a:spcPct val="115000"/>
                        </a:lnSpc>
                      </a:pPr>
                      <a:r>
                        <a:rPr lang="en-US" sz="2500">
                          <a:effectLst/>
                        </a:rPr>
                        <a:t>338.948</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tc>
                  <a:txBody>
                    <a:bodyPr/>
                    <a:lstStyle/>
                    <a:p>
                      <a:pPr algn="ctr">
                        <a:lnSpc>
                          <a:spcPct val="115000"/>
                        </a:lnSpc>
                      </a:pPr>
                      <a:r>
                        <a:rPr lang="en-US" sz="2500">
                          <a:effectLst/>
                        </a:rPr>
                        <a:t>337.470</a:t>
                      </a:r>
                      <a:endParaRPr lang="en-US" sz="2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2334" marR="142334" marT="0" marB="0" anchor="b"/>
                </a:tc>
                <a:extLst>
                  <a:ext uri="{0D108BD9-81ED-4DB2-BD59-A6C34878D82A}">
                    <a16:rowId xmlns:a16="http://schemas.microsoft.com/office/drawing/2014/main" val="2435974409"/>
                  </a:ext>
                </a:extLst>
              </a:tr>
            </a:tbl>
          </a:graphicData>
        </a:graphic>
      </p:graphicFrame>
    </p:spTree>
    <p:extLst>
      <p:ext uri="{BB962C8B-B14F-4D97-AF65-F5344CB8AC3E}">
        <p14:creationId xmlns:p14="http://schemas.microsoft.com/office/powerpoint/2010/main" val="2019779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map of different colors&#10;&#10;Description automatically generated">
            <a:extLst>
              <a:ext uri="{FF2B5EF4-FFF2-40B4-BE49-F238E27FC236}">
                <a16:creationId xmlns:a16="http://schemas.microsoft.com/office/drawing/2014/main" id="{2DB39B38-AB74-4669-856D-CC250FDE2D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1475" y="1152000"/>
            <a:ext cx="9801050" cy="4680000"/>
          </a:xfrm>
          <a:prstGeom prst="rect">
            <a:avLst/>
          </a:prstGeom>
          <a:noFill/>
        </p:spPr>
      </p:pic>
      <p:sp>
        <p:nvSpPr>
          <p:cNvPr id="12" name="Title 1">
            <a:extLst>
              <a:ext uri="{FF2B5EF4-FFF2-40B4-BE49-F238E27FC236}">
                <a16:creationId xmlns:a16="http://schemas.microsoft.com/office/drawing/2014/main" id="{163EC893-D6FA-CFE0-C7FF-D73D8E5C88FC}"/>
              </a:ext>
            </a:extLst>
          </p:cNvPr>
          <p:cNvSpPr>
            <a:spLocks noGrp="1"/>
          </p:cNvSpPr>
          <p:nvPr>
            <p:ph type="title"/>
          </p:nvPr>
        </p:nvSpPr>
        <p:spPr>
          <a:xfrm>
            <a:off x="3022600" y="482800"/>
            <a:ext cx="7086600" cy="432000"/>
          </a:xfrm>
        </p:spPr>
        <p:txBody>
          <a:bodyPr anchor="ctr">
            <a:normAutofit/>
          </a:bodyPr>
          <a:lstStyle/>
          <a:p>
            <a:r>
              <a:rPr lang="en-US" sz="3000"/>
              <a:t>DỰ BÁÓ BIẾN ĐỘNG LU/LC NĂM 2025</a:t>
            </a:r>
          </a:p>
        </p:txBody>
      </p:sp>
      <p:sp>
        <p:nvSpPr>
          <p:cNvPr id="5" name="Slide Number Placeholder 4">
            <a:extLst>
              <a:ext uri="{FF2B5EF4-FFF2-40B4-BE49-F238E27FC236}">
                <a16:creationId xmlns:a16="http://schemas.microsoft.com/office/drawing/2014/main" id="{17F93419-E5EC-480A-BDA3-F2373844FCDE}"/>
              </a:ext>
            </a:extLst>
          </p:cNvPr>
          <p:cNvSpPr>
            <a:spLocks noGrp="1"/>
          </p:cNvSpPr>
          <p:nvPr>
            <p:ph type="sldNum" sz="quarter" idx="11"/>
          </p:nvPr>
        </p:nvSpPr>
        <p:spPr>
          <a:xfrm>
            <a:off x="11496369" y="6155190"/>
            <a:ext cx="432000" cy="432000"/>
          </a:xfrm>
        </p:spPr>
        <p:txBody>
          <a:bodyPr anchor="ctr">
            <a:normAutofit/>
          </a:bodyPr>
          <a:lstStyle/>
          <a:p>
            <a:pPr>
              <a:spcAft>
                <a:spcPts val="600"/>
              </a:spcAft>
            </a:pPr>
            <a:fld id="{19B51A1E-902D-48AF-9020-955120F399B6}" type="slidenum">
              <a:rPr lang="en-US" noProof="0" smtClean="0"/>
              <a:pPr>
                <a:spcAft>
                  <a:spcPts val="600"/>
                </a:spcAft>
              </a:pPr>
              <a:t>20</a:t>
            </a:fld>
            <a:endParaRPr lang="en-US" noProof="0"/>
          </a:p>
        </p:txBody>
      </p:sp>
      <p:sp>
        <p:nvSpPr>
          <p:cNvPr id="7" name="TextBox 6">
            <a:extLst>
              <a:ext uri="{FF2B5EF4-FFF2-40B4-BE49-F238E27FC236}">
                <a16:creationId xmlns:a16="http://schemas.microsoft.com/office/drawing/2014/main" id="{C0D6BF40-5319-4C88-932F-2209122554CE}"/>
              </a:ext>
            </a:extLst>
          </p:cNvPr>
          <p:cNvSpPr txBox="1"/>
          <p:nvPr/>
        </p:nvSpPr>
        <p:spPr>
          <a:xfrm>
            <a:off x="2616200" y="5879304"/>
            <a:ext cx="6311900" cy="707886"/>
          </a:xfrm>
          <a:prstGeom prst="rect">
            <a:avLst/>
          </a:prstGeom>
          <a:noFill/>
        </p:spPr>
        <p:txBody>
          <a:bodyPr wrap="square">
            <a:spAutoFit/>
          </a:bodyPr>
          <a:lstStyle/>
          <a:p>
            <a:pPr algn="ctr"/>
            <a:r>
              <a:rPr lang="fr-FR" sz="2000" b="1">
                <a:solidFill>
                  <a:srgbClr val="0070C0"/>
                </a:solidFill>
                <a:effectLst/>
                <a:ea typeface="Times New Roman" panose="02020603050405020304" pitchFamily="18" charset="0"/>
              </a:rPr>
              <a:t>Kết quả dự báo năm 2025 và bản đồ quy hoạch sử dụng đất năm 2025 khu vực TP HCM</a:t>
            </a:r>
            <a:endParaRPr lang="en-US" sz="2000" b="1">
              <a:solidFill>
                <a:srgbClr val="0070C0"/>
              </a:solidFill>
            </a:endParaRPr>
          </a:p>
        </p:txBody>
      </p:sp>
    </p:spTree>
    <p:extLst>
      <p:ext uri="{BB962C8B-B14F-4D97-AF65-F5344CB8AC3E}">
        <p14:creationId xmlns:p14="http://schemas.microsoft.com/office/powerpoint/2010/main" val="812697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63EC893-D6FA-CFE0-C7FF-D73D8E5C88FC}"/>
              </a:ext>
            </a:extLst>
          </p:cNvPr>
          <p:cNvSpPr>
            <a:spLocks noGrp="1"/>
          </p:cNvSpPr>
          <p:nvPr>
            <p:ph type="title"/>
          </p:nvPr>
        </p:nvSpPr>
        <p:spPr>
          <a:xfrm>
            <a:off x="3022600" y="482800"/>
            <a:ext cx="7086600" cy="432000"/>
          </a:xfrm>
        </p:spPr>
        <p:txBody>
          <a:bodyPr anchor="ctr">
            <a:normAutofit/>
          </a:bodyPr>
          <a:lstStyle/>
          <a:p>
            <a:r>
              <a:rPr lang="en-US" sz="3000"/>
              <a:t>DỰ BÁÓ BIẾN ĐỘNG LU/LC NĂM 2030</a:t>
            </a:r>
          </a:p>
        </p:txBody>
      </p:sp>
      <p:sp>
        <p:nvSpPr>
          <p:cNvPr id="5" name="Slide Number Placeholder 4">
            <a:extLst>
              <a:ext uri="{FF2B5EF4-FFF2-40B4-BE49-F238E27FC236}">
                <a16:creationId xmlns:a16="http://schemas.microsoft.com/office/drawing/2014/main" id="{17F93419-E5EC-480A-BDA3-F2373844FCDE}"/>
              </a:ext>
            </a:extLst>
          </p:cNvPr>
          <p:cNvSpPr>
            <a:spLocks noGrp="1"/>
          </p:cNvSpPr>
          <p:nvPr>
            <p:ph type="sldNum" sz="quarter" idx="11"/>
          </p:nvPr>
        </p:nvSpPr>
        <p:spPr>
          <a:xfrm>
            <a:off x="11496369" y="6155190"/>
            <a:ext cx="432000" cy="432000"/>
          </a:xfrm>
        </p:spPr>
        <p:txBody>
          <a:bodyPr anchor="ctr">
            <a:normAutofit/>
          </a:bodyPr>
          <a:lstStyle/>
          <a:p>
            <a:pPr>
              <a:spcAft>
                <a:spcPts val="600"/>
              </a:spcAft>
            </a:pPr>
            <a:fld id="{19B51A1E-902D-48AF-9020-955120F399B6}" type="slidenum">
              <a:rPr lang="en-US" noProof="0" smtClean="0"/>
              <a:pPr>
                <a:spcAft>
                  <a:spcPts val="600"/>
                </a:spcAft>
              </a:pPr>
              <a:t>21</a:t>
            </a:fld>
            <a:endParaRPr lang="en-US" noProof="0"/>
          </a:p>
        </p:txBody>
      </p:sp>
      <p:sp>
        <p:nvSpPr>
          <p:cNvPr id="7" name="TextBox 6">
            <a:extLst>
              <a:ext uri="{FF2B5EF4-FFF2-40B4-BE49-F238E27FC236}">
                <a16:creationId xmlns:a16="http://schemas.microsoft.com/office/drawing/2014/main" id="{C0D6BF40-5319-4C88-932F-2209122554CE}"/>
              </a:ext>
            </a:extLst>
          </p:cNvPr>
          <p:cNvSpPr txBox="1"/>
          <p:nvPr/>
        </p:nvSpPr>
        <p:spPr>
          <a:xfrm>
            <a:off x="3479323" y="6313104"/>
            <a:ext cx="6311900" cy="400110"/>
          </a:xfrm>
          <a:prstGeom prst="rect">
            <a:avLst/>
          </a:prstGeom>
          <a:noFill/>
        </p:spPr>
        <p:txBody>
          <a:bodyPr wrap="square">
            <a:spAutoFit/>
          </a:bodyPr>
          <a:lstStyle/>
          <a:p>
            <a:pPr algn="ctr"/>
            <a:r>
              <a:rPr lang="fr-FR" sz="2000" b="1">
                <a:solidFill>
                  <a:srgbClr val="0070C0"/>
                </a:solidFill>
                <a:effectLst/>
                <a:ea typeface="Times New Roman" panose="02020603050405020304" pitchFamily="18" charset="0"/>
              </a:rPr>
              <a:t>Kết quả dự báo xu thế biến động LU/LC năm 2030</a:t>
            </a:r>
            <a:endParaRPr lang="en-US" sz="2000" b="1">
              <a:solidFill>
                <a:srgbClr val="0070C0"/>
              </a:solidFill>
            </a:endParaRPr>
          </a:p>
        </p:txBody>
      </p:sp>
      <p:pic>
        <p:nvPicPr>
          <p:cNvPr id="8" name="Picture 7" descr="A map of a large area&#10;&#10;Description automatically generated with medium confidence">
            <a:extLst>
              <a:ext uri="{FF2B5EF4-FFF2-40B4-BE49-F238E27FC236}">
                <a16:creationId xmlns:a16="http://schemas.microsoft.com/office/drawing/2014/main" id="{D8574A60-0519-4916-841E-FC61867878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36046" y="971860"/>
            <a:ext cx="5398453" cy="5284183"/>
          </a:xfrm>
          <a:prstGeom prst="rect">
            <a:avLst/>
          </a:prstGeom>
        </p:spPr>
      </p:pic>
    </p:spTree>
    <p:extLst>
      <p:ext uri="{BB962C8B-B14F-4D97-AF65-F5344CB8AC3E}">
        <p14:creationId xmlns:p14="http://schemas.microsoft.com/office/powerpoint/2010/main" val="549708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65954" y="266417"/>
            <a:ext cx="6891420" cy="461665"/>
          </a:xfrm>
          <a:prstGeom prst="rect">
            <a:avLst/>
          </a:prstGeom>
          <a:noFill/>
        </p:spPr>
        <p:txBody>
          <a:bodyPr wrap="square" rtlCol="0">
            <a:spAutoFit/>
          </a:bodyPr>
          <a:lstStyle/>
          <a:p>
            <a:pPr algn="ctr"/>
            <a:r>
              <a:rPr lang="en-US" sz="2400" b="1">
                <a:latin typeface="Arial" panose="020B0604020202020204" pitchFamily="34" charset="0"/>
                <a:cs typeface="Arial" panose="020B0604020202020204" pitchFamily="34" charset="0"/>
              </a:rPr>
              <a:t>KẾT LUẬN</a:t>
            </a:r>
            <a:endParaRPr lang="en-US" sz="2400" b="1" dirty="0">
              <a:latin typeface="Arial" panose="020B0604020202020204" pitchFamily="34" charset="0"/>
              <a:cs typeface="Arial" panose="020B0604020202020204" pitchFamily="34" charset="0"/>
            </a:endParaRPr>
          </a:p>
        </p:txBody>
      </p:sp>
      <p:sp>
        <p:nvSpPr>
          <p:cNvPr id="5" name="Freeform: Shape 4">
            <a:extLst>
              <a:ext uri="{FF2B5EF4-FFF2-40B4-BE49-F238E27FC236}">
                <a16:creationId xmlns:a16="http://schemas.microsoft.com/office/drawing/2014/main" id="{FEDEFA1D-CA29-40A5-85A5-53E8F9ECFF2C}"/>
              </a:ext>
            </a:extLst>
          </p:cNvPr>
          <p:cNvSpPr/>
          <p:nvPr/>
        </p:nvSpPr>
        <p:spPr>
          <a:xfrm>
            <a:off x="624114" y="910696"/>
            <a:ext cx="1439491" cy="2056416"/>
          </a:xfrm>
          <a:custGeom>
            <a:avLst/>
            <a:gdLst>
              <a:gd name="connsiteX0" fmla="*/ 0 w 2056415"/>
              <a:gd name="connsiteY0" fmla="*/ 0 h 1439490"/>
              <a:gd name="connsiteX1" fmla="*/ 1336670 w 2056415"/>
              <a:gd name="connsiteY1" fmla="*/ 0 h 1439490"/>
              <a:gd name="connsiteX2" fmla="*/ 2056415 w 2056415"/>
              <a:gd name="connsiteY2" fmla="*/ 719745 h 1439490"/>
              <a:gd name="connsiteX3" fmla="*/ 1336670 w 2056415"/>
              <a:gd name="connsiteY3" fmla="*/ 1439490 h 1439490"/>
              <a:gd name="connsiteX4" fmla="*/ 0 w 2056415"/>
              <a:gd name="connsiteY4" fmla="*/ 1439490 h 1439490"/>
              <a:gd name="connsiteX5" fmla="*/ 719745 w 2056415"/>
              <a:gd name="connsiteY5" fmla="*/ 719745 h 1439490"/>
              <a:gd name="connsiteX6" fmla="*/ 0 w 2056415"/>
              <a:gd name="connsiteY6" fmla="*/ 0 h 143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6415" h="1439490">
                <a:moveTo>
                  <a:pt x="2056414" y="0"/>
                </a:moveTo>
                <a:lnTo>
                  <a:pt x="2056414" y="935669"/>
                </a:lnTo>
                <a:lnTo>
                  <a:pt x="1028208" y="1439490"/>
                </a:lnTo>
                <a:lnTo>
                  <a:pt x="1" y="935669"/>
                </a:lnTo>
                <a:lnTo>
                  <a:pt x="1" y="0"/>
                </a:lnTo>
                <a:lnTo>
                  <a:pt x="1028208" y="503821"/>
                </a:lnTo>
                <a:lnTo>
                  <a:pt x="2056414" y="0"/>
                </a:lnTo>
                <a:close/>
              </a:path>
            </a:pathLst>
          </a:custGeom>
          <a:solidFill>
            <a:schemeClr val="accent2"/>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7781" tIns="737525" rIns="17780" bIns="737526" numCol="1" spcCol="1270" anchor="ctr" anchorCtr="0">
            <a:noAutofit/>
          </a:bodyPr>
          <a:lstStyle/>
          <a:p>
            <a:pPr marL="0" lvl="0" indent="0" algn="ctr" defTabSz="1244600">
              <a:lnSpc>
                <a:spcPct val="90000"/>
              </a:lnSpc>
              <a:spcBef>
                <a:spcPct val="0"/>
              </a:spcBef>
              <a:spcAft>
                <a:spcPct val="35000"/>
              </a:spcAft>
              <a:buNone/>
            </a:pPr>
            <a:r>
              <a:rPr lang="en-US" sz="2000" kern="1200">
                <a:latin typeface="Arial" panose="020B0604020202020204" pitchFamily="34" charset="0"/>
                <a:cs typeface="Arial" panose="020B0604020202020204" pitchFamily="34" charset="0"/>
              </a:rPr>
              <a:t>1</a:t>
            </a:r>
          </a:p>
        </p:txBody>
      </p:sp>
      <p:sp>
        <p:nvSpPr>
          <p:cNvPr id="6" name="Freeform: Shape 5">
            <a:extLst>
              <a:ext uri="{FF2B5EF4-FFF2-40B4-BE49-F238E27FC236}">
                <a16:creationId xmlns:a16="http://schemas.microsoft.com/office/drawing/2014/main" id="{3C9FFFE1-B471-42F0-BA6A-2E3FAC8BF139}"/>
              </a:ext>
            </a:extLst>
          </p:cNvPr>
          <p:cNvSpPr/>
          <p:nvPr/>
        </p:nvSpPr>
        <p:spPr>
          <a:xfrm>
            <a:off x="2063604" y="910700"/>
            <a:ext cx="9706029" cy="1336669"/>
          </a:xfrm>
          <a:custGeom>
            <a:avLst/>
            <a:gdLst>
              <a:gd name="connsiteX0" fmla="*/ 222783 w 1336669"/>
              <a:gd name="connsiteY0" fmla="*/ 0 h 9706029"/>
              <a:gd name="connsiteX1" fmla="*/ 1113886 w 1336669"/>
              <a:gd name="connsiteY1" fmla="*/ 0 h 9706029"/>
              <a:gd name="connsiteX2" fmla="*/ 1336669 w 1336669"/>
              <a:gd name="connsiteY2" fmla="*/ 222783 h 9706029"/>
              <a:gd name="connsiteX3" fmla="*/ 1336669 w 1336669"/>
              <a:gd name="connsiteY3" fmla="*/ 9706029 h 9706029"/>
              <a:gd name="connsiteX4" fmla="*/ 1336669 w 1336669"/>
              <a:gd name="connsiteY4" fmla="*/ 9706029 h 9706029"/>
              <a:gd name="connsiteX5" fmla="*/ 0 w 1336669"/>
              <a:gd name="connsiteY5" fmla="*/ 9706029 h 9706029"/>
              <a:gd name="connsiteX6" fmla="*/ 0 w 1336669"/>
              <a:gd name="connsiteY6" fmla="*/ 9706029 h 9706029"/>
              <a:gd name="connsiteX7" fmla="*/ 0 w 1336669"/>
              <a:gd name="connsiteY7" fmla="*/ 222783 h 9706029"/>
              <a:gd name="connsiteX8" fmla="*/ 222783 w 1336669"/>
              <a:gd name="connsiteY8" fmla="*/ 0 h 970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6669" h="9706029">
                <a:moveTo>
                  <a:pt x="1336669" y="1617709"/>
                </a:moveTo>
                <a:lnTo>
                  <a:pt x="1336669" y="8088320"/>
                </a:lnTo>
                <a:cubicBezTo>
                  <a:pt x="1336669" y="8981757"/>
                  <a:pt x="1322933" y="9706025"/>
                  <a:pt x="1305988" y="9706025"/>
                </a:cubicBezTo>
                <a:lnTo>
                  <a:pt x="0" y="9706025"/>
                </a:lnTo>
                <a:lnTo>
                  <a:pt x="0" y="9706025"/>
                </a:lnTo>
                <a:lnTo>
                  <a:pt x="0" y="4"/>
                </a:lnTo>
                <a:lnTo>
                  <a:pt x="0" y="4"/>
                </a:lnTo>
                <a:lnTo>
                  <a:pt x="1305988" y="4"/>
                </a:lnTo>
                <a:cubicBezTo>
                  <a:pt x="1322933" y="4"/>
                  <a:pt x="1336669" y="724272"/>
                  <a:pt x="1336669" y="1617709"/>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80490" rIns="80490" bIns="80492" numCol="1" spcCol="1270" anchor="ctr" anchorCtr="0">
            <a:noAutofit/>
          </a:bodyPr>
          <a:lstStyle/>
          <a:p>
            <a:pPr marL="228600" lvl="1" indent="-228600" algn="just" defTabSz="1066800">
              <a:lnSpc>
                <a:spcPct val="120000"/>
              </a:lnSpc>
              <a:spcBef>
                <a:spcPct val="0"/>
              </a:spcBef>
              <a:spcAft>
                <a:spcPts val="0"/>
              </a:spcAft>
              <a:buChar char="•"/>
            </a:pPr>
            <a:r>
              <a:rPr lang="fr-FR" sz="2000" b="1"/>
              <a:t>Nghiên cứu này đã đề xuất lựa chọn mô hình dự báo biến động lớp phủ/sử dụng đất khu vực thành phố Hồ Chí Minh từ dữ liệu viễn thám và GIS trên cơ sở mô hình toán học CA và các kỹ thuật học máy</a:t>
            </a:r>
            <a:r>
              <a:rPr lang="en-US" sz="2000" b="1">
                <a:cs typeface="Arial" panose="020B0604020202020204" pitchFamily="34" charset="0"/>
              </a:rPr>
              <a:t>. </a:t>
            </a:r>
            <a:endParaRPr lang="en-US" sz="2000" b="1" kern="1200" dirty="0">
              <a:cs typeface="Arial" panose="020B0604020202020204" pitchFamily="34" charset="0"/>
            </a:endParaRPr>
          </a:p>
        </p:txBody>
      </p:sp>
      <p:sp>
        <p:nvSpPr>
          <p:cNvPr id="7" name="Freeform: Shape 6">
            <a:extLst>
              <a:ext uri="{FF2B5EF4-FFF2-40B4-BE49-F238E27FC236}">
                <a16:creationId xmlns:a16="http://schemas.microsoft.com/office/drawing/2014/main" id="{DB1B0A46-8CFA-4A93-A10C-99BD04F5854A}"/>
              </a:ext>
            </a:extLst>
          </p:cNvPr>
          <p:cNvSpPr/>
          <p:nvPr/>
        </p:nvSpPr>
        <p:spPr>
          <a:xfrm>
            <a:off x="624114" y="2777140"/>
            <a:ext cx="1439491" cy="2239359"/>
          </a:xfrm>
          <a:custGeom>
            <a:avLst/>
            <a:gdLst>
              <a:gd name="connsiteX0" fmla="*/ 0 w 2056415"/>
              <a:gd name="connsiteY0" fmla="*/ 0 h 1439490"/>
              <a:gd name="connsiteX1" fmla="*/ 1336670 w 2056415"/>
              <a:gd name="connsiteY1" fmla="*/ 0 h 1439490"/>
              <a:gd name="connsiteX2" fmla="*/ 2056415 w 2056415"/>
              <a:gd name="connsiteY2" fmla="*/ 719745 h 1439490"/>
              <a:gd name="connsiteX3" fmla="*/ 1336670 w 2056415"/>
              <a:gd name="connsiteY3" fmla="*/ 1439490 h 1439490"/>
              <a:gd name="connsiteX4" fmla="*/ 0 w 2056415"/>
              <a:gd name="connsiteY4" fmla="*/ 1439490 h 1439490"/>
              <a:gd name="connsiteX5" fmla="*/ 719745 w 2056415"/>
              <a:gd name="connsiteY5" fmla="*/ 719745 h 1439490"/>
              <a:gd name="connsiteX6" fmla="*/ 0 w 2056415"/>
              <a:gd name="connsiteY6" fmla="*/ 0 h 143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6415" h="1439490">
                <a:moveTo>
                  <a:pt x="2056414" y="0"/>
                </a:moveTo>
                <a:lnTo>
                  <a:pt x="2056414" y="935669"/>
                </a:lnTo>
                <a:lnTo>
                  <a:pt x="1028208" y="1439490"/>
                </a:lnTo>
                <a:lnTo>
                  <a:pt x="1" y="935669"/>
                </a:lnTo>
                <a:lnTo>
                  <a:pt x="1" y="0"/>
                </a:lnTo>
                <a:lnTo>
                  <a:pt x="1028208" y="503821"/>
                </a:lnTo>
                <a:lnTo>
                  <a:pt x="2056414" y="0"/>
                </a:lnTo>
                <a:close/>
              </a:path>
            </a:pathLst>
          </a:custGeom>
          <a:solidFill>
            <a:srgbClr val="00B0F0"/>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7781" tIns="737525" rIns="17780" bIns="737526" numCol="1" spcCol="1270" anchor="ctr" anchorCtr="0">
            <a:noAutofit/>
          </a:bodyPr>
          <a:lstStyle/>
          <a:p>
            <a:pPr marL="0" lvl="0" indent="0" algn="ctr" defTabSz="1244600">
              <a:lnSpc>
                <a:spcPct val="90000"/>
              </a:lnSpc>
              <a:spcBef>
                <a:spcPct val="0"/>
              </a:spcBef>
              <a:spcAft>
                <a:spcPct val="35000"/>
              </a:spcAft>
              <a:buNone/>
            </a:pPr>
            <a:r>
              <a:rPr lang="en-US" sz="2000" kern="1200">
                <a:latin typeface="Arial" panose="020B0604020202020204" pitchFamily="34" charset="0"/>
                <a:cs typeface="Arial" panose="020B0604020202020204" pitchFamily="34" charset="0"/>
              </a:rPr>
              <a:t>2</a:t>
            </a:r>
          </a:p>
        </p:txBody>
      </p:sp>
      <p:sp>
        <p:nvSpPr>
          <p:cNvPr id="8" name="Freeform: Shape 7">
            <a:extLst>
              <a:ext uri="{FF2B5EF4-FFF2-40B4-BE49-F238E27FC236}">
                <a16:creationId xmlns:a16="http://schemas.microsoft.com/office/drawing/2014/main" id="{36059FE1-C598-4626-A546-7A8743D479CB}"/>
              </a:ext>
            </a:extLst>
          </p:cNvPr>
          <p:cNvSpPr/>
          <p:nvPr/>
        </p:nvSpPr>
        <p:spPr>
          <a:xfrm>
            <a:off x="2063604" y="2777145"/>
            <a:ext cx="9706029" cy="1454523"/>
          </a:xfrm>
          <a:custGeom>
            <a:avLst/>
            <a:gdLst>
              <a:gd name="connsiteX0" fmla="*/ 222783 w 1336669"/>
              <a:gd name="connsiteY0" fmla="*/ 0 h 9706029"/>
              <a:gd name="connsiteX1" fmla="*/ 1113886 w 1336669"/>
              <a:gd name="connsiteY1" fmla="*/ 0 h 9706029"/>
              <a:gd name="connsiteX2" fmla="*/ 1336669 w 1336669"/>
              <a:gd name="connsiteY2" fmla="*/ 222783 h 9706029"/>
              <a:gd name="connsiteX3" fmla="*/ 1336669 w 1336669"/>
              <a:gd name="connsiteY3" fmla="*/ 9706029 h 9706029"/>
              <a:gd name="connsiteX4" fmla="*/ 1336669 w 1336669"/>
              <a:gd name="connsiteY4" fmla="*/ 9706029 h 9706029"/>
              <a:gd name="connsiteX5" fmla="*/ 0 w 1336669"/>
              <a:gd name="connsiteY5" fmla="*/ 9706029 h 9706029"/>
              <a:gd name="connsiteX6" fmla="*/ 0 w 1336669"/>
              <a:gd name="connsiteY6" fmla="*/ 9706029 h 9706029"/>
              <a:gd name="connsiteX7" fmla="*/ 0 w 1336669"/>
              <a:gd name="connsiteY7" fmla="*/ 222783 h 9706029"/>
              <a:gd name="connsiteX8" fmla="*/ 222783 w 1336669"/>
              <a:gd name="connsiteY8" fmla="*/ 0 h 970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6669" h="9706029">
                <a:moveTo>
                  <a:pt x="1336669" y="1617709"/>
                </a:moveTo>
                <a:lnTo>
                  <a:pt x="1336669" y="8088320"/>
                </a:lnTo>
                <a:cubicBezTo>
                  <a:pt x="1336669" y="8981757"/>
                  <a:pt x="1322933" y="9706025"/>
                  <a:pt x="1305988" y="9706025"/>
                </a:cubicBezTo>
                <a:lnTo>
                  <a:pt x="0" y="9706025"/>
                </a:lnTo>
                <a:lnTo>
                  <a:pt x="0" y="9706025"/>
                </a:lnTo>
                <a:lnTo>
                  <a:pt x="0" y="4"/>
                </a:lnTo>
                <a:lnTo>
                  <a:pt x="0" y="4"/>
                </a:lnTo>
                <a:lnTo>
                  <a:pt x="1305988" y="4"/>
                </a:lnTo>
                <a:cubicBezTo>
                  <a:pt x="1322933" y="4"/>
                  <a:pt x="1336669" y="724272"/>
                  <a:pt x="1336669" y="1617709"/>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80490" rIns="80490" bIns="80492" numCol="1" spcCol="1270" anchor="ctr" anchorCtr="0">
            <a:noAutofit/>
          </a:bodyPr>
          <a:lstStyle/>
          <a:p>
            <a:pPr marL="228600" lvl="1" indent="-228600" algn="just" defTabSz="1066800">
              <a:lnSpc>
                <a:spcPct val="120000"/>
              </a:lnSpc>
              <a:spcBef>
                <a:spcPct val="0"/>
              </a:spcBef>
              <a:spcAft>
                <a:spcPts val="0"/>
              </a:spcAft>
              <a:buChar char="•"/>
            </a:pPr>
            <a:r>
              <a:rPr lang="fr-FR" sz="2000" b="1"/>
              <a:t>03 cảnh ảnh Landsat chụp khu vực nghiên cứu các năm 2010, 2015, 2020 được sử dụng để phân loại LU/LC bằng 04 thuật toán khác nhau và lựa chọn thuật toán có độ chính xác cao nhất (Random Forest). Bộ dữ liệu bổ sung bao gồm 07 lớp được chiết xuất từ dữ liệu viễn thám, GIS và các CSDL về kinh tế, xã hội được sử dụng để dự báo xu thế biến động LU/LC</a:t>
            </a:r>
            <a:r>
              <a:rPr lang="nl-NL" sz="2000" b="1">
                <a:cs typeface="Arial" panose="020B0604020202020204" pitchFamily="34" charset="0"/>
              </a:rPr>
              <a:t>.</a:t>
            </a:r>
            <a:endParaRPr lang="en-US" sz="2000" b="1" kern="1200" dirty="0">
              <a:cs typeface="Arial" panose="020B0604020202020204" pitchFamily="34" charset="0"/>
            </a:endParaRPr>
          </a:p>
        </p:txBody>
      </p:sp>
      <p:sp>
        <p:nvSpPr>
          <p:cNvPr id="9" name="Freeform: Shape 8">
            <a:extLst>
              <a:ext uri="{FF2B5EF4-FFF2-40B4-BE49-F238E27FC236}">
                <a16:creationId xmlns:a16="http://schemas.microsoft.com/office/drawing/2014/main" id="{B66F003C-3155-489B-82A2-3EB3B5F11C99}"/>
              </a:ext>
            </a:extLst>
          </p:cNvPr>
          <p:cNvSpPr/>
          <p:nvPr/>
        </p:nvSpPr>
        <p:spPr>
          <a:xfrm>
            <a:off x="624114" y="4527264"/>
            <a:ext cx="1439491" cy="2152936"/>
          </a:xfrm>
          <a:custGeom>
            <a:avLst/>
            <a:gdLst>
              <a:gd name="connsiteX0" fmla="*/ 0 w 2056415"/>
              <a:gd name="connsiteY0" fmla="*/ 0 h 1439490"/>
              <a:gd name="connsiteX1" fmla="*/ 1336670 w 2056415"/>
              <a:gd name="connsiteY1" fmla="*/ 0 h 1439490"/>
              <a:gd name="connsiteX2" fmla="*/ 2056415 w 2056415"/>
              <a:gd name="connsiteY2" fmla="*/ 719745 h 1439490"/>
              <a:gd name="connsiteX3" fmla="*/ 1336670 w 2056415"/>
              <a:gd name="connsiteY3" fmla="*/ 1439490 h 1439490"/>
              <a:gd name="connsiteX4" fmla="*/ 0 w 2056415"/>
              <a:gd name="connsiteY4" fmla="*/ 1439490 h 1439490"/>
              <a:gd name="connsiteX5" fmla="*/ 719745 w 2056415"/>
              <a:gd name="connsiteY5" fmla="*/ 719745 h 1439490"/>
              <a:gd name="connsiteX6" fmla="*/ 0 w 2056415"/>
              <a:gd name="connsiteY6" fmla="*/ 0 h 143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6415" h="1439490">
                <a:moveTo>
                  <a:pt x="2056414" y="0"/>
                </a:moveTo>
                <a:lnTo>
                  <a:pt x="2056414" y="935669"/>
                </a:lnTo>
                <a:lnTo>
                  <a:pt x="1028208" y="1439490"/>
                </a:lnTo>
                <a:lnTo>
                  <a:pt x="1" y="935669"/>
                </a:lnTo>
                <a:lnTo>
                  <a:pt x="1" y="0"/>
                </a:lnTo>
                <a:lnTo>
                  <a:pt x="1028208" y="503821"/>
                </a:lnTo>
                <a:lnTo>
                  <a:pt x="2056414" y="0"/>
                </a:lnTo>
                <a:close/>
              </a:path>
            </a:pathLst>
          </a:custGeom>
          <a:solidFill>
            <a:srgbClr val="FF0000"/>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7781" tIns="737525" rIns="17780" bIns="737526" numCol="1" spcCol="1270" anchor="ctr" anchorCtr="0">
            <a:noAutofit/>
          </a:bodyPr>
          <a:lstStyle/>
          <a:p>
            <a:pPr marL="0" lvl="0" indent="0" algn="ctr" defTabSz="1244600">
              <a:lnSpc>
                <a:spcPct val="90000"/>
              </a:lnSpc>
              <a:spcBef>
                <a:spcPct val="0"/>
              </a:spcBef>
              <a:spcAft>
                <a:spcPct val="35000"/>
              </a:spcAft>
              <a:buNone/>
            </a:pPr>
            <a:r>
              <a:rPr lang="en-US" sz="2000" kern="1200">
                <a:latin typeface="Arial" panose="020B0604020202020204" pitchFamily="34" charset="0"/>
                <a:cs typeface="Arial" panose="020B0604020202020204" pitchFamily="34" charset="0"/>
              </a:rPr>
              <a:t>3</a:t>
            </a:r>
          </a:p>
        </p:txBody>
      </p:sp>
      <p:sp>
        <p:nvSpPr>
          <p:cNvPr id="10" name="Freeform: Shape 9">
            <a:extLst>
              <a:ext uri="{FF2B5EF4-FFF2-40B4-BE49-F238E27FC236}">
                <a16:creationId xmlns:a16="http://schemas.microsoft.com/office/drawing/2014/main" id="{4D22772A-CBB3-42EE-8465-15D2D75AD357}"/>
              </a:ext>
            </a:extLst>
          </p:cNvPr>
          <p:cNvSpPr/>
          <p:nvPr/>
        </p:nvSpPr>
        <p:spPr>
          <a:xfrm>
            <a:off x="2063604" y="4525093"/>
            <a:ext cx="9706029" cy="1454523"/>
          </a:xfrm>
          <a:custGeom>
            <a:avLst/>
            <a:gdLst>
              <a:gd name="connsiteX0" fmla="*/ 222783 w 1336669"/>
              <a:gd name="connsiteY0" fmla="*/ 0 h 9706029"/>
              <a:gd name="connsiteX1" fmla="*/ 1113886 w 1336669"/>
              <a:gd name="connsiteY1" fmla="*/ 0 h 9706029"/>
              <a:gd name="connsiteX2" fmla="*/ 1336669 w 1336669"/>
              <a:gd name="connsiteY2" fmla="*/ 222783 h 9706029"/>
              <a:gd name="connsiteX3" fmla="*/ 1336669 w 1336669"/>
              <a:gd name="connsiteY3" fmla="*/ 9706029 h 9706029"/>
              <a:gd name="connsiteX4" fmla="*/ 1336669 w 1336669"/>
              <a:gd name="connsiteY4" fmla="*/ 9706029 h 9706029"/>
              <a:gd name="connsiteX5" fmla="*/ 0 w 1336669"/>
              <a:gd name="connsiteY5" fmla="*/ 9706029 h 9706029"/>
              <a:gd name="connsiteX6" fmla="*/ 0 w 1336669"/>
              <a:gd name="connsiteY6" fmla="*/ 9706029 h 9706029"/>
              <a:gd name="connsiteX7" fmla="*/ 0 w 1336669"/>
              <a:gd name="connsiteY7" fmla="*/ 222783 h 9706029"/>
              <a:gd name="connsiteX8" fmla="*/ 222783 w 1336669"/>
              <a:gd name="connsiteY8" fmla="*/ 0 h 970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6669" h="9706029">
                <a:moveTo>
                  <a:pt x="1336669" y="1617709"/>
                </a:moveTo>
                <a:lnTo>
                  <a:pt x="1336669" y="8088320"/>
                </a:lnTo>
                <a:cubicBezTo>
                  <a:pt x="1336669" y="8981757"/>
                  <a:pt x="1322933" y="9706025"/>
                  <a:pt x="1305988" y="9706025"/>
                </a:cubicBezTo>
                <a:lnTo>
                  <a:pt x="0" y="9706025"/>
                </a:lnTo>
                <a:lnTo>
                  <a:pt x="0" y="9706025"/>
                </a:lnTo>
                <a:lnTo>
                  <a:pt x="0" y="4"/>
                </a:lnTo>
                <a:lnTo>
                  <a:pt x="0" y="4"/>
                </a:lnTo>
                <a:lnTo>
                  <a:pt x="1305988" y="4"/>
                </a:lnTo>
                <a:cubicBezTo>
                  <a:pt x="1322933" y="4"/>
                  <a:pt x="1336669" y="724272"/>
                  <a:pt x="1336669" y="1617709"/>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80490" rIns="80490" bIns="80493" numCol="1" spcCol="1270" anchor="ctr" anchorCtr="0">
            <a:noAutofit/>
          </a:bodyPr>
          <a:lstStyle/>
          <a:p>
            <a:pPr marL="228600" lvl="1" indent="-228600" algn="just" defTabSz="1066800">
              <a:lnSpc>
                <a:spcPct val="120000"/>
              </a:lnSpc>
              <a:spcBef>
                <a:spcPct val="0"/>
              </a:spcBef>
              <a:spcAft>
                <a:spcPct val="15000"/>
              </a:spcAft>
              <a:buChar char="•"/>
            </a:pPr>
            <a:r>
              <a:rPr lang="fr-FR" sz="2000" b="1"/>
              <a:t>Kết quả phân loại LU/LC các năm 2010, 2015 và bộ dữ liệu bổ sung được sử dụng để dự báo xu thế phát triển lớp phủ bề mặt đô thị năm 2020 bằng 02 phương pháp: mạng ANN và hồi quy Logistic, sau đó so sánh với kết quả phân loại LU/LC từ ảnh Landsat năm 2020 để đánh giá độ chính xác</a:t>
            </a:r>
            <a:r>
              <a:rPr lang="nl-NL" sz="2000" b="1">
                <a:latin typeface="Arial" panose="020B0604020202020204" pitchFamily="34" charset="0"/>
                <a:cs typeface="Arial" panose="020B0604020202020204" pitchFamily="34" charset="0"/>
              </a:rPr>
              <a:t>.</a:t>
            </a:r>
            <a:endParaRPr lang="en-US" sz="2000" b="1" kern="1200" dirty="0">
              <a:latin typeface="Arial" panose="020B0604020202020204" pitchFamily="34" charset="0"/>
              <a:cs typeface="Arial" panose="020B0604020202020204" pitchFamily="34" charset="0"/>
            </a:endParaRPr>
          </a:p>
        </p:txBody>
      </p:sp>
      <p:sp>
        <p:nvSpPr>
          <p:cNvPr id="13" name="Slide Number Placeholder 4">
            <a:extLst>
              <a:ext uri="{FF2B5EF4-FFF2-40B4-BE49-F238E27FC236}">
                <a16:creationId xmlns:a16="http://schemas.microsoft.com/office/drawing/2014/main" id="{FACC7BED-D613-4883-B5A3-FB03342BACD1}"/>
              </a:ext>
            </a:extLst>
          </p:cNvPr>
          <p:cNvSpPr txBox="1">
            <a:spLocks/>
          </p:cNvSpPr>
          <p:nvPr/>
        </p:nvSpPr>
        <p:spPr>
          <a:xfrm>
            <a:off x="11496583" y="6155190"/>
            <a:ext cx="497148" cy="432000"/>
          </a:xfrm>
          <a:prstGeom prst="ellipse">
            <a:avLst/>
          </a:prstGeom>
          <a:noFill/>
          <a:ln>
            <a:solidFill>
              <a:schemeClr val="accent1"/>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51A1E-902D-48AF-9020-955120F399B6}" type="slidenum">
              <a:rPr lang="en-US" sz="800" i="1" smtClean="0">
                <a:latin typeface="Arial" panose="020B0604020202020204" pitchFamily="34" charset="0"/>
                <a:cs typeface="Arial" panose="020B0604020202020204" pitchFamily="34" charset="0"/>
              </a:rPr>
              <a:pPr/>
              <a:t>22</a:t>
            </a:fld>
            <a:endParaRPr lang="en-US" sz="8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90329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65954" y="266417"/>
            <a:ext cx="6891420" cy="461665"/>
          </a:xfrm>
          <a:prstGeom prst="rect">
            <a:avLst/>
          </a:prstGeom>
          <a:noFill/>
        </p:spPr>
        <p:txBody>
          <a:bodyPr wrap="square" rtlCol="0">
            <a:spAutoFit/>
          </a:bodyPr>
          <a:lstStyle/>
          <a:p>
            <a:pPr algn="ctr"/>
            <a:r>
              <a:rPr lang="en-US" sz="2400" b="1">
                <a:latin typeface="Arial" panose="020B0604020202020204" pitchFamily="34" charset="0"/>
                <a:cs typeface="Arial" panose="020B0604020202020204" pitchFamily="34" charset="0"/>
              </a:rPr>
              <a:t>KẾT LUẬN</a:t>
            </a:r>
            <a:endParaRPr lang="en-US" sz="2400" b="1" dirty="0">
              <a:latin typeface="Arial" panose="020B0604020202020204" pitchFamily="34" charset="0"/>
              <a:cs typeface="Arial" panose="020B0604020202020204" pitchFamily="34" charset="0"/>
            </a:endParaRPr>
          </a:p>
        </p:txBody>
      </p:sp>
      <p:sp>
        <p:nvSpPr>
          <p:cNvPr id="5" name="Freeform: Shape 4">
            <a:extLst>
              <a:ext uri="{FF2B5EF4-FFF2-40B4-BE49-F238E27FC236}">
                <a16:creationId xmlns:a16="http://schemas.microsoft.com/office/drawing/2014/main" id="{FEDEFA1D-CA29-40A5-85A5-53E8F9ECFF2C}"/>
              </a:ext>
            </a:extLst>
          </p:cNvPr>
          <p:cNvSpPr/>
          <p:nvPr/>
        </p:nvSpPr>
        <p:spPr>
          <a:xfrm>
            <a:off x="624114" y="910696"/>
            <a:ext cx="1439491" cy="2518304"/>
          </a:xfrm>
          <a:custGeom>
            <a:avLst/>
            <a:gdLst>
              <a:gd name="connsiteX0" fmla="*/ 0 w 2056415"/>
              <a:gd name="connsiteY0" fmla="*/ 0 h 1439490"/>
              <a:gd name="connsiteX1" fmla="*/ 1336670 w 2056415"/>
              <a:gd name="connsiteY1" fmla="*/ 0 h 1439490"/>
              <a:gd name="connsiteX2" fmla="*/ 2056415 w 2056415"/>
              <a:gd name="connsiteY2" fmla="*/ 719745 h 1439490"/>
              <a:gd name="connsiteX3" fmla="*/ 1336670 w 2056415"/>
              <a:gd name="connsiteY3" fmla="*/ 1439490 h 1439490"/>
              <a:gd name="connsiteX4" fmla="*/ 0 w 2056415"/>
              <a:gd name="connsiteY4" fmla="*/ 1439490 h 1439490"/>
              <a:gd name="connsiteX5" fmla="*/ 719745 w 2056415"/>
              <a:gd name="connsiteY5" fmla="*/ 719745 h 1439490"/>
              <a:gd name="connsiteX6" fmla="*/ 0 w 2056415"/>
              <a:gd name="connsiteY6" fmla="*/ 0 h 143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6415" h="1439490">
                <a:moveTo>
                  <a:pt x="2056414" y="0"/>
                </a:moveTo>
                <a:lnTo>
                  <a:pt x="2056414" y="935669"/>
                </a:lnTo>
                <a:lnTo>
                  <a:pt x="1028208" y="1439490"/>
                </a:lnTo>
                <a:lnTo>
                  <a:pt x="1" y="935669"/>
                </a:lnTo>
                <a:lnTo>
                  <a:pt x="1" y="0"/>
                </a:lnTo>
                <a:lnTo>
                  <a:pt x="1028208" y="503821"/>
                </a:lnTo>
                <a:lnTo>
                  <a:pt x="2056414" y="0"/>
                </a:lnTo>
                <a:close/>
              </a:path>
            </a:pathLst>
          </a:custGeom>
          <a:solidFill>
            <a:schemeClr val="accent2"/>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7781" tIns="737525" rIns="17780" bIns="737526" numCol="1" spcCol="1270" anchor="ctr" anchorCtr="0">
            <a:noAutofit/>
          </a:bodyPr>
          <a:lstStyle/>
          <a:p>
            <a:pPr marL="0" lvl="0" indent="0" algn="ctr" defTabSz="1244600">
              <a:lnSpc>
                <a:spcPct val="90000"/>
              </a:lnSpc>
              <a:spcBef>
                <a:spcPct val="0"/>
              </a:spcBef>
              <a:spcAft>
                <a:spcPct val="35000"/>
              </a:spcAft>
              <a:buNone/>
            </a:pPr>
            <a:r>
              <a:rPr lang="en-US" sz="2000">
                <a:latin typeface="Arial" panose="020B0604020202020204" pitchFamily="34" charset="0"/>
                <a:cs typeface="Arial" panose="020B0604020202020204" pitchFamily="34" charset="0"/>
              </a:rPr>
              <a:t>4</a:t>
            </a:r>
            <a:endParaRPr lang="en-US" sz="2000" kern="1200">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3C9FFFE1-B471-42F0-BA6A-2E3FAC8BF139}"/>
              </a:ext>
            </a:extLst>
          </p:cNvPr>
          <p:cNvSpPr/>
          <p:nvPr/>
        </p:nvSpPr>
        <p:spPr>
          <a:xfrm>
            <a:off x="2063604" y="910700"/>
            <a:ext cx="9706029" cy="1680100"/>
          </a:xfrm>
          <a:custGeom>
            <a:avLst/>
            <a:gdLst>
              <a:gd name="connsiteX0" fmla="*/ 222783 w 1336669"/>
              <a:gd name="connsiteY0" fmla="*/ 0 h 9706029"/>
              <a:gd name="connsiteX1" fmla="*/ 1113886 w 1336669"/>
              <a:gd name="connsiteY1" fmla="*/ 0 h 9706029"/>
              <a:gd name="connsiteX2" fmla="*/ 1336669 w 1336669"/>
              <a:gd name="connsiteY2" fmla="*/ 222783 h 9706029"/>
              <a:gd name="connsiteX3" fmla="*/ 1336669 w 1336669"/>
              <a:gd name="connsiteY3" fmla="*/ 9706029 h 9706029"/>
              <a:gd name="connsiteX4" fmla="*/ 1336669 w 1336669"/>
              <a:gd name="connsiteY4" fmla="*/ 9706029 h 9706029"/>
              <a:gd name="connsiteX5" fmla="*/ 0 w 1336669"/>
              <a:gd name="connsiteY5" fmla="*/ 9706029 h 9706029"/>
              <a:gd name="connsiteX6" fmla="*/ 0 w 1336669"/>
              <a:gd name="connsiteY6" fmla="*/ 9706029 h 9706029"/>
              <a:gd name="connsiteX7" fmla="*/ 0 w 1336669"/>
              <a:gd name="connsiteY7" fmla="*/ 222783 h 9706029"/>
              <a:gd name="connsiteX8" fmla="*/ 222783 w 1336669"/>
              <a:gd name="connsiteY8" fmla="*/ 0 h 970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6669" h="9706029">
                <a:moveTo>
                  <a:pt x="1336669" y="1617709"/>
                </a:moveTo>
                <a:lnTo>
                  <a:pt x="1336669" y="8088320"/>
                </a:lnTo>
                <a:cubicBezTo>
                  <a:pt x="1336669" y="8981757"/>
                  <a:pt x="1322933" y="9706025"/>
                  <a:pt x="1305988" y="9706025"/>
                </a:cubicBezTo>
                <a:lnTo>
                  <a:pt x="0" y="9706025"/>
                </a:lnTo>
                <a:lnTo>
                  <a:pt x="0" y="9706025"/>
                </a:lnTo>
                <a:lnTo>
                  <a:pt x="0" y="4"/>
                </a:lnTo>
                <a:lnTo>
                  <a:pt x="0" y="4"/>
                </a:lnTo>
                <a:lnTo>
                  <a:pt x="1305988" y="4"/>
                </a:lnTo>
                <a:cubicBezTo>
                  <a:pt x="1322933" y="4"/>
                  <a:pt x="1336669" y="724272"/>
                  <a:pt x="1336669" y="1617709"/>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80490" rIns="80490" bIns="80492" numCol="1" spcCol="1270" anchor="ctr" anchorCtr="0">
            <a:noAutofit/>
          </a:bodyPr>
          <a:lstStyle/>
          <a:p>
            <a:pPr marL="228600" lvl="1" indent="-228600" algn="just" defTabSz="1066800">
              <a:lnSpc>
                <a:spcPct val="120000"/>
              </a:lnSpc>
              <a:spcBef>
                <a:spcPct val="0"/>
              </a:spcBef>
              <a:spcAft>
                <a:spcPts val="0"/>
              </a:spcAft>
              <a:buChar char="•"/>
            </a:pPr>
            <a:r>
              <a:rPr lang="fr-FR" sz="2200" b="1"/>
              <a:t>Kết quả nhận được cho thấy, thuật toán ANN có độ chính xác cao hơn trong dự báo xu thế phát triển bề mặt đô thị. Từ kết quả này, trong nghiên cứu đã sử dụng thuật toán ANN để dự báo phân bố các đối tượng bề mặt đô thị khu vực thành phố Hồ Chí Minh năm 2025 và 2030.</a:t>
            </a:r>
            <a:endParaRPr lang="en-US" sz="2200" b="1" kern="1200" dirty="0">
              <a:latin typeface="Arial" panose="020B0604020202020204" pitchFamily="34" charset="0"/>
              <a:cs typeface="Arial" panose="020B0604020202020204" pitchFamily="34" charset="0"/>
            </a:endParaRPr>
          </a:p>
        </p:txBody>
      </p:sp>
      <p:sp>
        <p:nvSpPr>
          <p:cNvPr id="13" name="Slide Number Placeholder 4">
            <a:extLst>
              <a:ext uri="{FF2B5EF4-FFF2-40B4-BE49-F238E27FC236}">
                <a16:creationId xmlns:a16="http://schemas.microsoft.com/office/drawing/2014/main" id="{FACC7BED-D613-4883-B5A3-FB03342BACD1}"/>
              </a:ext>
            </a:extLst>
          </p:cNvPr>
          <p:cNvSpPr txBox="1">
            <a:spLocks/>
          </p:cNvSpPr>
          <p:nvPr/>
        </p:nvSpPr>
        <p:spPr>
          <a:xfrm>
            <a:off x="11496583" y="6155190"/>
            <a:ext cx="497148" cy="432000"/>
          </a:xfrm>
          <a:prstGeom prst="ellipse">
            <a:avLst/>
          </a:prstGeom>
          <a:noFill/>
          <a:ln>
            <a:solidFill>
              <a:schemeClr val="accent1"/>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51A1E-902D-48AF-9020-955120F399B6}" type="slidenum">
              <a:rPr lang="en-US" sz="800" i="1" smtClean="0">
                <a:latin typeface="Arial" panose="020B0604020202020204" pitchFamily="34" charset="0"/>
                <a:cs typeface="Arial" panose="020B0604020202020204" pitchFamily="34" charset="0"/>
              </a:rPr>
              <a:pPr/>
              <a:t>23</a:t>
            </a:fld>
            <a:endParaRPr lang="en-US" sz="800" i="1" dirty="0">
              <a:latin typeface="Arial" panose="020B0604020202020204" pitchFamily="34" charset="0"/>
              <a:cs typeface="Arial" panose="020B0604020202020204" pitchFamily="34" charset="0"/>
            </a:endParaRPr>
          </a:p>
        </p:txBody>
      </p:sp>
      <p:sp>
        <p:nvSpPr>
          <p:cNvPr id="7" name="Freeform: Shape 6">
            <a:extLst>
              <a:ext uri="{FF2B5EF4-FFF2-40B4-BE49-F238E27FC236}">
                <a16:creationId xmlns:a16="http://schemas.microsoft.com/office/drawing/2014/main" id="{03D10B3F-F130-4016-A2F1-F68DA5F18A98}"/>
              </a:ext>
            </a:extLst>
          </p:cNvPr>
          <p:cNvSpPr/>
          <p:nvPr/>
        </p:nvSpPr>
        <p:spPr>
          <a:xfrm>
            <a:off x="589668" y="2965936"/>
            <a:ext cx="1439491" cy="2271416"/>
          </a:xfrm>
          <a:custGeom>
            <a:avLst/>
            <a:gdLst>
              <a:gd name="connsiteX0" fmla="*/ 0 w 2056415"/>
              <a:gd name="connsiteY0" fmla="*/ 0 h 1439490"/>
              <a:gd name="connsiteX1" fmla="*/ 1336670 w 2056415"/>
              <a:gd name="connsiteY1" fmla="*/ 0 h 1439490"/>
              <a:gd name="connsiteX2" fmla="*/ 2056415 w 2056415"/>
              <a:gd name="connsiteY2" fmla="*/ 719745 h 1439490"/>
              <a:gd name="connsiteX3" fmla="*/ 1336670 w 2056415"/>
              <a:gd name="connsiteY3" fmla="*/ 1439490 h 1439490"/>
              <a:gd name="connsiteX4" fmla="*/ 0 w 2056415"/>
              <a:gd name="connsiteY4" fmla="*/ 1439490 h 1439490"/>
              <a:gd name="connsiteX5" fmla="*/ 719745 w 2056415"/>
              <a:gd name="connsiteY5" fmla="*/ 719745 h 1439490"/>
              <a:gd name="connsiteX6" fmla="*/ 0 w 2056415"/>
              <a:gd name="connsiteY6" fmla="*/ 0 h 143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6415" h="1439490">
                <a:moveTo>
                  <a:pt x="2056414" y="0"/>
                </a:moveTo>
                <a:lnTo>
                  <a:pt x="2056414" y="935669"/>
                </a:lnTo>
                <a:lnTo>
                  <a:pt x="1028208" y="1439490"/>
                </a:lnTo>
                <a:lnTo>
                  <a:pt x="1" y="935669"/>
                </a:lnTo>
                <a:lnTo>
                  <a:pt x="1" y="0"/>
                </a:lnTo>
                <a:lnTo>
                  <a:pt x="1028208" y="503821"/>
                </a:lnTo>
                <a:lnTo>
                  <a:pt x="2056414" y="0"/>
                </a:lnTo>
                <a:close/>
              </a:path>
            </a:pathLst>
          </a:custGeom>
          <a:solidFill>
            <a:schemeClr val="accent4">
              <a:lumMod val="75000"/>
            </a:schemeClr>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7781" tIns="737525" rIns="17780" bIns="737526" numCol="1" spcCol="1270" anchor="ctr" anchorCtr="0">
            <a:noAutofit/>
          </a:bodyPr>
          <a:lstStyle/>
          <a:p>
            <a:pPr marL="0" lvl="0" indent="0" algn="ctr" defTabSz="1244600">
              <a:lnSpc>
                <a:spcPct val="90000"/>
              </a:lnSpc>
              <a:spcBef>
                <a:spcPct val="0"/>
              </a:spcBef>
              <a:spcAft>
                <a:spcPct val="35000"/>
              </a:spcAft>
              <a:buNone/>
            </a:pPr>
            <a:r>
              <a:rPr lang="en-US" sz="2000">
                <a:latin typeface="Arial" panose="020B0604020202020204" pitchFamily="34" charset="0"/>
                <a:cs typeface="Arial" panose="020B0604020202020204" pitchFamily="34" charset="0"/>
              </a:rPr>
              <a:t>5</a:t>
            </a:r>
            <a:endParaRPr lang="en-US" sz="2000" kern="1200">
              <a:latin typeface="Arial" panose="020B0604020202020204" pitchFamily="34" charset="0"/>
              <a:cs typeface="Arial" panose="020B0604020202020204" pitchFamily="34" charset="0"/>
            </a:endParaRPr>
          </a:p>
        </p:txBody>
      </p:sp>
      <p:sp>
        <p:nvSpPr>
          <p:cNvPr id="8" name="Freeform: Shape 7">
            <a:extLst>
              <a:ext uri="{FF2B5EF4-FFF2-40B4-BE49-F238E27FC236}">
                <a16:creationId xmlns:a16="http://schemas.microsoft.com/office/drawing/2014/main" id="{EC8A5C39-A7AC-4723-8AB9-40CF5708D9B9}"/>
              </a:ext>
            </a:extLst>
          </p:cNvPr>
          <p:cNvSpPr/>
          <p:nvPr/>
        </p:nvSpPr>
        <p:spPr>
          <a:xfrm>
            <a:off x="2029158" y="2965940"/>
            <a:ext cx="9706029" cy="1503316"/>
          </a:xfrm>
          <a:custGeom>
            <a:avLst/>
            <a:gdLst>
              <a:gd name="connsiteX0" fmla="*/ 222783 w 1336669"/>
              <a:gd name="connsiteY0" fmla="*/ 0 h 9706029"/>
              <a:gd name="connsiteX1" fmla="*/ 1113886 w 1336669"/>
              <a:gd name="connsiteY1" fmla="*/ 0 h 9706029"/>
              <a:gd name="connsiteX2" fmla="*/ 1336669 w 1336669"/>
              <a:gd name="connsiteY2" fmla="*/ 222783 h 9706029"/>
              <a:gd name="connsiteX3" fmla="*/ 1336669 w 1336669"/>
              <a:gd name="connsiteY3" fmla="*/ 9706029 h 9706029"/>
              <a:gd name="connsiteX4" fmla="*/ 1336669 w 1336669"/>
              <a:gd name="connsiteY4" fmla="*/ 9706029 h 9706029"/>
              <a:gd name="connsiteX5" fmla="*/ 0 w 1336669"/>
              <a:gd name="connsiteY5" fmla="*/ 9706029 h 9706029"/>
              <a:gd name="connsiteX6" fmla="*/ 0 w 1336669"/>
              <a:gd name="connsiteY6" fmla="*/ 9706029 h 9706029"/>
              <a:gd name="connsiteX7" fmla="*/ 0 w 1336669"/>
              <a:gd name="connsiteY7" fmla="*/ 222783 h 9706029"/>
              <a:gd name="connsiteX8" fmla="*/ 222783 w 1336669"/>
              <a:gd name="connsiteY8" fmla="*/ 0 h 970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6669" h="9706029">
                <a:moveTo>
                  <a:pt x="1336669" y="1617709"/>
                </a:moveTo>
                <a:lnTo>
                  <a:pt x="1336669" y="8088320"/>
                </a:lnTo>
                <a:cubicBezTo>
                  <a:pt x="1336669" y="8981757"/>
                  <a:pt x="1322933" y="9706025"/>
                  <a:pt x="1305988" y="9706025"/>
                </a:cubicBezTo>
                <a:lnTo>
                  <a:pt x="0" y="9706025"/>
                </a:lnTo>
                <a:lnTo>
                  <a:pt x="0" y="9706025"/>
                </a:lnTo>
                <a:lnTo>
                  <a:pt x="0" y="4"/>
                </a:lnTo>
                <a:lnTo>
                  <a:pt x="0" y="4"/>
                </a:lnTo>
                <a:lnTo>
                  <a:pt x="1305988" y="4"/>
                </a:lnTo>
                <a:cubicBezTo>
                  <a:pt x="1322933" y="4"/>
                  <a:pt x="1336669" y="724272"/>
                  <a:pt x="1336669" y="1617709"/>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70689" tIns="80490" rIns="80490" bIns="80492" numCol="1" spcCol="1270" anchor="ctr" anchorCtr="0">
            <a:noAutofit/>
          </a:bodyPr>
          <a:lstStyle/>
          <a:p>
            <a:pPr marL="228600" lvl="1" indent="-228600" algn="just" defTabSz="1066800">
              <a:lnSpc>
                <a:spcPct val="120000"/>
              </a:lnSpc>
              <a:spcBef>
                <a:spcPct val="0"/>
              </a:spcBef>
              <a:spcAft>
                <a:spcPts val="0"/>
              </a:spcAft>
              <a:buChar char="•"/>
            </a:pPr>
            <a:r>
              <a:rPr lang="fr-FR" sz="2200" b="1"/>
              <a:t>Kết quả nhận được trong nghiên cứu cung cấp thông tin khách quan và tin cậy, giúp các nhà quản lý trong công tác quy hoạch và phát triển đô thị.</a:t>
            </a:r>
            <a:endParaRPr lang="en-US" sz="2200" b="1" kern="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47290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8" descr="arial view of ocean and land near the ocean">
            <a:extLst>
              <a:ext uri="{FF2B5EF4-FFF2-40B4-BE49-F238E27FC236}">
                <a16:creationId xmlns:a16="http://schemas.microsoft.com/office/drawing/2014/main" id="{7DD607C7-7CF7-4A0F-BFF7-6F3C46205E68}"/>
              </a:ext>
            </a:extLst>
          </p:cNvPr>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l="11" r="11"/>
          <a:stretch>
            <a:fillRect/>
          </a:stretch>
        </p:blipFill>
        <p:spPr/>
      </p:pic>
      <p:sp>
        <p:nvSpPr>
          <p:cNvPr id="3" name="Title 2">
            <a:extLst>
              <a:ext uri="{FF2B5EF4-FFF2-40B4-BE49-F238E27FC236}">
                <a16:creationId xmlns:a16="http://schemas.microsoft.com/office/drawing/2014/main" id="{EBDC24D3-EEF0-4B69-A174-E4DFF7884894}"/>
              </a:ext>
            </a:extLst>
          </p:cNvPr>
          <p:cNvSpPr>
            <a:spLocks noGrp="1"/>
          </p:cNvSpPr>
          <p:nvPr>
            <p:ph type="ctrTitle"/>
          </p:nvPr>
        </p:nvSpPr>
        <p:spPr/>
        <p:txBody>
          <a:bodyPr/>
          <a:lstStyle/>
          <a:p>
            <a:r>
              <a:rPr lang="en-US" dirty="0"/>
              <a:t>Thank You</a:t>
            </a:r>
          </a:p>
        </p:txBody>
      </p:sp>
      <p:cxnSp>
        <p:nvCxnSpPr>
          <p:cNvPr id="5" name="Straight Connector 4" descr="Divider line">
            <a:extLst>
              <a:ext uri="{FF2B5EF4-FFF2-40B4-BE49-F238E27FC236}">
                <a16:creationId xmlns:a16="http://schemas.microsoft.com/office/drawing/2014/main" id="{FE07C9EC-5158-440C-995A-EAC50D3E05DA}"/>
              </a:ext>
              <a:ext uri="{C183D7F6-B498-43B3-948B-1728B52AA6E4}">
                <adec:decorative xmlns:adec="http://schemas.microsoft.com/office/drawing/2017/decorative" val="1"/>
              </a:ext>
            </a:extLst>
          </p:cNvPr>
          <p:cNvCxnSpPr>
            <a:cxnSpLocks/>
          </p:cNvCxnSpPr>
          <p:nvPr/>
        </p:nvCxnSpPr>
        <p:spPr>
          <a:xfrm>
            <a:off x="7777113" y="2412127"/>
            <a:ext cx="0" cy="1100190"/>
          </a:xfrm>
          <a:prstGeom prst="line">
            <a:avLst/>
          </a:prstGeom>
        </p:spPr>
        <p:style>
          <a:lnRef idx="1">
            <a:schemeClr val="accent1"/>
          </a:lnRef>
          <a:fillRef idx="0">
            <a:schemeClr val="accent1"/>
          </a:fillRef>
          <a:effectRef idx="0">
            <a:schemeClr val="accent1"/>
          </a:effectRef>
          <a:fontRef idx="minor">
            <a:schemeClr val="tx1"/>
          </a:fontRef>
        </p:style>
      </p:cxnSp>
      <p:sp>
        <p:nvSpPr>
          <p:cNvPr id="7" name="Subtitle 6">
            <a:extLst>
              <a:ext uri="{FF2B5EF4-FFF2-40B4-BE49-F238E27FC236}">
                <a16:creationId xmlns:a16="http://schemas.microsoft.com/office/drawing/2014/main" id="{ACCCCDAD-0E0B-437F-8CAA-0536470B2E2F}"/>
              </a:ext>
            </a:extLst>
          </p:cNvPr>
          <p:cNvSpPr>
            <a:spLocks noGrp="1"/>
          </p:cNvSpPr>
          <p:nvPr>
            <p:ph type="subTitle" idx="1"/>
          </p:nvPr>
        </p:nvSpPr>
        <p:spPr/>
        <p:txBody>
          <a:bodyPr/>
          <a:lstStyle/>
          <a:p>
            <a:r>
              <a:rPr lang="en-US"/>
              <a:t>Trinh Le Hung</a:t>
            </a:r>
            <a:endParaRPr lang="en-US" dirty="0"/>
          </a:p>
        </p:txBody>
      </p:sp>
      <p:pic>
        <p:nvPicPr>
          <p:cNvPr id="13" name="Graphic 12" descr="Person icon">
            <a:extLst>
              <a:ext uri="{FF2B5EF4-FFF2-40B4-BE49-F238E27FC236}">
                <a16:creationId xmlns:a16="http://schemas.microsoft.com/office/drawing/2014/main" id="{708AF784-88DE-4E89-A28B-BECD54FC11CC}"/>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284624" y="3886690"/>
            <a:ext cx="164463" cy="164463"/>
          </a:xfrm>
          <a:prstGeom prst="rect">
            <a:avLst/>
          </a:prstGeom>
        </p:spPr>
      </p:pic>
      <p:sp>
        <p:nvSpPr>
          <p:cNvPr id="9" name="Text Placeholder 8">
            <a:extLst>
              <a:ext uri="{FF2B5EF4-FFF2-40B4-BE49-F238E27FC236}">
                <a16:creationId xmlns:a16="http://schemas.microsoft.com/office/drawing/2014/main" id="{650F9D0C-7F14-4B83-A0A3-5710128C815A}"/>
              </a:ext>
            </a:extLst>
          </p:cNvPr>
          <p:cNvSpPr>
            <a:spLocks noGrp="1"/>
          </p:cNvSpPr>
          <p:nvPr>
            <p:ph type="body" sz="quarter" idx="13"/>
          </p:nvPr>
        </p:nvSpPr>
        <p:spPr/>
        <p:txBody>
          <a:bodyPr/>
          <a:lstStyle/>
          <a:p>
            <a:r>
              <a:rPr lang="en-US"/>
              <a:t>+84 986 652 185</a:t>
            </a:r>
            <a:endParaRPr lang="en-US" dirty="0"/>
          </a:p>
        </p:txBody>
      </p:sp>
      <p:pic>
        <p:nvPicPr>
          <p:cNvPr id="15" name="Graphic 14" descr="Phone icon">
            <a:extLst>
              <a:ext uri="{FF2B5EF4-FFF2-40B4-BE49-F238E27FC236}">
                <a16:creationId xmlns:a16="http://schemas.microsoft.com/office/drawing/2014/main" id="{E276E47B-4C08-4FEC-AAE8-3DCCBA7EE72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284624" y="4196776"/>
            <a:ext cx="164463" cy="164463"/>
          </a:xfrm>
          <a:prstGeom prst="rect">
            <a:avLst/>
          </a:prstGeom>
        </p:spPr>
      </p:pic>
      <p:sp>
        <p:nvSpPr>
          <p:cNvPr id="10" name="Text Placeholder 9">
            <a:extLst>
              <a:ext uri="{FF2B5EF4-FFF2-40B4-BE49-F238E27FC236}">
                <a16:creationId xmlns:a16="http://schemas.microsoft.com/office/drawing/2014/main" id="{2EF9E03C-A81E-4083-9F20-EF8FFAF5914D}"/>
              </a:ext>
            </a:extLst>
          </p:cNvPr>
          <p:cNvSpPr>
            <a:spLocks noGrp="1"/>
          </p:cNvSpPr>
          <p:nvPr>
            <p:ph type="body" sz="quarter" idx="14"/>
          </p:nvPr>
        </p:nvSpPr>
        <p:spPr/>
        <p:txBody>
          <a:bodyPr/>
          <a:lstStyle/>
          <a:p>
            <a:r>
              <a:rPr lang="en-US"/>
              <a:t>trinhlehung@lqdtu.edu.vn</a:t>
            </a:r>
            <a:endParaRPr lang="en-US" dirty="0"/>
          </a:p>
        </p:txBody>
      </p:sp>
      <p:pic>
        <p:nvPicPr>
          <p:cNvPr id="14" name="Graphic 13" descr="Email icon">
            <a:extLst>
              <a:ext uri="{FF2B5EF4-FFF2-40B4-BE49-F238E27FC236}">
                <a16:creationId xmlns:a16="http://schemas.microsoft.com/office/drawing/2014/main" id="{4F2D4997-93AD-4A62-8488-4572923DB817}"/>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84624" y="4530964"/>
            <a:ext cx="164463" cy="164463"/>
          </a:xfrm>
          <a:prstGeom prst="rect">
            <a:avLst/>
          </a:prstGeom>
        </p:spPr>
      </p:pic>
      <p:sp>
        <p:nvSpPr>
          <p:cNvPr id="26" name="Text Placeholder 25">
            <a:extLst>
              <a:ext uri="{FF2B5EF4-FFF2-40B4-BE49-F238E27FC236}">
                <a16:creationId xmlns:a16="http://schemas.microsoft.com/office/drawing/2014/main" id="{88557579-7DEF-FF4C-AD37-0E81A6BB3B75}"/>
              </a:ext>
            </a:extLst>
          </p:cNvPr>
          <p:cNvSpPr>
            <a:spLocks noGrp="1"/>
          </p:cNvSpPr>
          <p:nvPr>
            <p:ph type="body" sz="quarter" idx="16"/>
          </p:nvPr>
        </p:nvSpPr>
        <p:spPr/>
        <p:txBody>
          <a:bodyPr/>
          <a:lstStyle/>
          <a:p>
            <a:r>
              <a:rPr lang="en-US">
                <a:hlinkClick r:id="rId10"/>
              </a:rPr>
              <a:t>www.lqdtu.edu.vn</a:t>
            </a:r>
            <a:r>
              <a:rPr lang="en-US"/>
              <a:t>  </a:t>
            </a:r>
            <a:endParaRPr lang="en-US" dirty="0"/>
          </a:p>
        </p:txBody>
      </p:sp>
      <p:pic>
        <p:nvPicPr>
          <p:cNvPr id="30" name="Graphic 29" descr="World web icon">
            <a:extLst>
              <a:ext uri="{FF2B5EF4-FFF2-40B4-BE49-F238E27FC236}">
                <a16:creationId xmlns:a16="http://schemas.microsoft.com/office/drawing/2014/main" id="{07973E30-0C12-8442-90B5-47D1C45545A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278999" y="4843614"/>
            <a:ext cx="170088" cy="170088"/>
          </a:xfrm>
          <a:prstGeom prst="rect">
            <a:avLst/>
          </a:prstGeom>
        </p:spPr>
      </p:pic>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77110" y="2714625"/>
            <a:ext cx="1819331" cy="514905"/>
          </a:xfrm>
          <a:prstGeom prst="rect">
            <a:avLst/>
          </a:prstGeom>
        </p:spPr>
      </p:pic>
    </p:spTree>
    <p:extLst>
      <p:ext uri="{BB962C8B-B14F-4D97-AF65-F5344CB8AC3E}">
        <p14:creationId xmlns:p14="http://schemas.microsoft.com/office/powerpoint/2010/main" val="2201429680"/>
      </p:ext>
    </p:extLst>
  </p:cSld>
  <p:clrMapOvr>
    <a:masterClrMapping/>
  </p:clrMapOvr>
  <p:transition spd="slow">
    <p:push dir="u"/>
  </p:transition>
</p:sld>
</file>

<file path=ppt/theme/theme1.xml><?xml version="1.0" encoding="utf-8"?>
<a:theme xmlns:a="http://schemas.openxmlformats.org/drawingml/2006/main" name="Office Theme">
  <a:themeElements>
    <a:clrScheme name="Great Pitch Decks - Environment">
      <a:dk1>
        <a:sysClr val="windowText" lastClr="000000"/>
      </a:dk1>
      <a:lt1>
        <a:sysClr val="window" lastClr="FFFFFF"/>
      </a:lt1>
      <a:dk2>
        <a:srgbClr val="375C1E"/>
      </a:dk2>
      <a:lt2>
        <a:srgbClr val="E2DFCC"/>
      </a:lt2>
      <a:accent1>
        <a:srgbClr val="9ACB39"/>
      </a:accent1>
      <a:accent2>
        <a:srgbClr val="64C24A"/>
      </a:accent2>
      <a:accent3>
        <a:srgbClr val="297D53"/>
      </a:accent3>
      <a:accent4>
        <a:srgbClr val="FECF3F"/>
      </a:accent4>
      <a:accent5>
        <a:srgbClr val="F99D40"/>
      </a:accent5>
      <a:accent6>
        <a:srgbClr val="715C21"/>
      </a:accent6>
      <a:hlink>
        <a:srgbClr val="63A537"/>
      </a:hlink>
      <a:folHlink>
        <a:srgbClr val="63A537"/>
      </a:folHlink>
    </a:clrScheme>
    <a:fontScheme name="Custom 143">
      <a:majorFont>
        <a:latin typeface="Rockwel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200" dirty="0" smtClean="0">
            <a:solidFill>
              <a:schemeClr val="tx1">
                <a:lumMod val="75000"/>
                <a:lumOff val="25000"/>
              </a:schemeClr>
            </a:solidFill>
            <a:latin typeface="+mn-lt"/>
          </a:defRPr>
        </a:defPPr>
      </a:lstStyle>
    </a:txDef>
  </a:objectDefaults>
  <a:extraClrSchemeLst/>
  <a:extLst>
    <a:ext uri="{05A4C25C-085E-4340-85A3-A5531E510DB2}">
      <thm15:themeFamily xmlns:thm15="http://schemas.microsoft.com/office/thememl/2012/main" name="TF16411175_Green pitch deck_AAS_v4" id="{7774237F-020F-43A5-B912-064E6C199417}" vid="{D87B7C14-9379-4774-A3D4-9FA5066AD9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490261-1200-4EC7-95B0-2241EE54AA34}">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16c05727-aa75-4e4a-9b5f-8a80a1165891"/>
    <ds:schemaRef ds:uri="71af3243-3dd4-4a8d-8c0d-dd76da1f02a5"/>
    <ds:schemaRef ds:uri="http://www.w3.org/XML/1998/namespace"/>
  </ds:schemaRefs>
</ds:datastoreItem>
</file>

<file path=customXml/itemProps2.xml><?xml version="1.0" encoding="utf-8"?>
<ds:datastoreItem xmlns:ds="http://schemas.openxmlformats.org/officeDocument/2006/customXml" ds:itemID="{BE1961DD-CF27-443B-BFF6-660110ED05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BF51BA-BD97-4518-9266-AD3D615498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Green pitch deck</Template>
  <TotalTime>0</TotalTime>
  <Words>2636</Words>
  <Application>Microsoft Office PowerPoint</Application>
  <PresentationFormat>Widescreen</PresentationFormat>
  <Paragraphs>309</Paragraphs>
  <Slides>24</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Rockwell</vt:lpstr>
      <vt:lpstr>Times New Roman</vt:lpstr>
      <vt:lpstr>Wingdings</vt:lpstr>
      <vt:lpstr>Office Theme</vt:lpstr>
      <vt:lpstr>PowerPoint Presentation</vt:lpstr>
      <vt:lpstr>Đặt vấn đề</vt:lpstr>
      <vt:lpstr>Đặt vấn đề</vt:lpstr>
      <vt:lpstr>TÌNH HÌNH NGHIÊN CỨU TRÊN THẾ GIỚI</vt:lpstr>
      <vt:lpstr>PowerPoint Presentation</vt:lpstr>
      <vt:lpstr>PowerPoint Presentation</vt:lpstr>
      <vt:lpstr>PowerPoint Presentation</vt:lpstr>
      <vt:lpstr>PowerPoint Presentation</vt:lpstr>
      <vt:lpstr>PowerPoint Presentation</vt:lpstr>
      <vt:lpstr>PowerPoint Presentation</vt:lpstr>
      <vt:lpstr>KHU VỰC NGHIÊN CỨU</vt:lpstr>
      <vt:lpstr>DỮ LIỆU SỬ DỤNG</vt:lpstr>
      <vt:lpstr>PowerPoint Presentation</vt:lpstr>
      <vt:lpstr>PowerPoint Presentation</vt:lpstr>
      <vt:lpstr>XÂY DỰNG BỘ DỮ LIỆU ĐẦU VÀO</vt:lpstr>
      <vt:lpstr>KẾT QUẢ PHÂN LOẠI LU/LC</vt:lpstr>
      <vt:lpstr>MÔ HÌNH HÓA XU THẾ BIẾN ĐỘNG LU/LC</vt:lpstr>
      <vt:lpstr>ĐÁNH GIÁ ĐỘ CHÍNH XÁC</vt:lpstr>
      <vt:lpstr>XU THẾ BIẾN ĐỘNG LU/LC</vt:lpstr>
      <vt:lpstr>DỰ BÁÓ BIẾN ĐỘNG LU/LC NĂM 2025</vt:lpstr>
      <vt:lpstr>DỰ BÁÓ BIẾN ĐỘNG LU/LC NĂM 2030</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2020-12-06T09:22:48Z</dcterms:created>
  <dcterms:modified xsi:type="dcterms:W3CDTF">2024-12-11T03:11:44Z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