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4676D-F189-1146-4A56-1C63CBFAE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CD770-3338-77A7-1214-37E64B0D0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4F185-ED88-F1C5-DD25-DE0E01BB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360E2-1FE4-8374-9391-76142E35C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15393-8DF5-AF2C-0AF7-D478D8DA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4630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965A-034D-AF53-B0BE-F4855C8A6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46C0-06BE-537C-93B5-293A90FD1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568DE-8041-DC4E-4663-4D26E042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C07D8-6EB1-712D-450B-9AB1A5C7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08BA3-1440-7322-84ED-E27EF8E6A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223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0F27-6EEE-94E0-81D9-4DF7B576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D7184-F7A3-4864-6EAD-0054626BB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575C7-5145-DD0C-5950-89CBE31F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0B80-504D-5DC5-ECE1-05ABC3DC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0CA8-37B7-45D4-5FE0-208AE62F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358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3C2C-DCB7-8306-A769-60AB45CC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D7D1-E6F1-4D84-8CCB-B30D79F4A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CC1E1-1BCE-6D22-0FEB-6AF1AA878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61874-92AC-417F-0358-B1FD847C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44728-2215-E8EC-56B3-CFF7B311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4191B-7576-668A-3C2A-99055BF8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30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CDA7-FD2C-BC40-7D73-4838F26B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5D5E-CB22-9EDA-E844-34F631742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24302-70AD-E72C-D0C2-D9822BD4B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51C73-1EBE-5B49-532C-6F2C5B90F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F35A3-271E-7BC1-1587-DFF4E061C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696AA-E68D-D400-45EC-F7529CA37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6E9E1-033C-1000-B87E-3A3B7F5D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816F1-12B9-791D-8987-D22373C9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8949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43DE-AAB6-0ECA-E530-6D2196E5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663F-5BD5-AF33-2C71-2B74571F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C0981-0321-AE64-621C-F9D7A808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B913F-E0D9-8B1D-D0C3-F02E3EB9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464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0DA91-FFEC-EDCF-BDA4-A3C24C59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4C584-3E93-4E56-74E3-7BEFE962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C31D2-6D4F-B101-99A7-FBEBCDAD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208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7451D-E7C4-F79B-1F5E-AF57BD4E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7C30C-3D89-65D7-FEFE-89F165B0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243F5-53DB-8B0B-7436-7A0F632FC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A8AC8-4337-DDBF-12F1-9DEC09A5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19FC3-8D06-FFF5-3F0A-20093886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96CF8-3A53-AA08-654E-2E724A02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4294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D801-01FF-9385-8779-9B5175BE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FCB54-D8B5-88AD-2A8E-5DF35B495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5F94A-8410-548B-A730-794BCAA9E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4DBA0-106B-E4DE-ED73-A4BC3105F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E23FE-89F8-5BCF-6BA2-9839F743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6977B-9B9C-6D91-9876-E04297C4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637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E679-D7BE-5384-76F5-4D255111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A0255-6EEB-DEF7-1CF5-4A0CE4196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0F213-8A73-9EED-7361-12383576F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5560E-1480-E6F4-75F3-DDF0CA20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23AEA-F858-3BAD-F4AB-AE2D75802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333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48FBF-2404-CED5-902F-A25B6246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9301C-C5B3-FCAA-B972-72C232CF7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D25C3-31A4-37D2-F5C6-497C600B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903B7-BA2D-0735-3B58-7D6713CA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34017-2E25-DCB7-9EE6-A485052D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650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BE553B-E4CB-F474-E998-B7DFED82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690BE-E738-4AE2-2BD7-BCD37C6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97C1F-8AC4-BED6-E991-964A610CC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24A52-BEE8-4F01-9CF8-F288516D5432}" type="datetimeFigureOut">
              <a:rPr lang="vi-VN" smtClean="0"/>
              <a:t>17/05/2025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720-57D1-C6C3-B14E-83381803B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F9E63-E9CD-A908-5B49-16348FE13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B1FD6-6129-47A0-8109-2EC33AED91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305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D73C-AD26-3389-DDE0-C262C6842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abcd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0966D-C7E0-82A6-1356-609538BCD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abcd</a:t>
            </a:r>
            <a:r>
              <a:rPr lang="en-US"/>
              <a:t> 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295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Test abcd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Ngô Văn Minh</dc:creator>
  <cp:lastModifiedBy>Ngô Văn Minh</cp:lastModifiedBy>
  <cp:revision>1</cp:revision>
  <dcterms:created xsi:type="dcterms:W3CDTF">2025-05-17T10:00:11Z</dcterms:created>
  <dcterms:modified xsi:type="dcterms:W3CDTF">2025-05-17T10:00:19Z</dcterms:modified>
</cp:coreProperties>
</file>