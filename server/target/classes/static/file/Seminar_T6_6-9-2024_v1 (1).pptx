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581BF-B2B1-4F85-B0B3-45051D3D0BD0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9480C-DE4E-41BA-8200-6F1787DAE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67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9480C-DE4E-41BA-8200-6F1787DAED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91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5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1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2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6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0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9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6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9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8C14A-35BD-473F-AEAB-BB13733C78F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DB60F-2F62-4EA7-946A-0672A1615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4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5380" y="991735"/>
            <a:ext cx="9144000" cy="2387600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NGHIÊN CỨU XÂY DỰNG TRẠM ĐO ĐÁNH GIÁ MỨC ĐỘ Ô NHIỂM BẰNG CÔNG NGHỆ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9313" y="4086809"/>
            <a:ext cx="57761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Quân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NHÓM - NCM KHOA CNTT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70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6840" y="0"/>
            <a:ext cx="8406082" cy="77494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Ô NHIỄM MÙI TẠI CƠ SỞ CHĂN NUÔI?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254" y="926987"/>
            <a:ext cx="8892073" cy="59310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04" y="926986"/>
            <a:ext cx="10544023" cy="593101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082498" cy="9269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8009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503" y="197509"/>
            <a:ext cx="8132177" cy="6159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Ô NHIỄM MÙI DO NGUỒN NƯỚC THẢI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841" y="1041440"/>
            <a:ext cx="8733573" cy="5816560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603" y="1027280"/>
            <a:ext cx="8741811" cy="58307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57"/>
            <a:ext cx="1082498" cy="9269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0770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328" y="345232"/>
            <a:ext cx="7587343" cy="85718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NGHIÊN CỨU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mùi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MQ</a:t>
            </a:r>
          </a:p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DHT (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ẩm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qua ESP32 (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SIM900A (4G)</a:t>
            </a:r>
          </a:p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google sheet</a:t>
            </a:r>
          </a:p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25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686" y="177282"/>
            <a:ext cx="4097693" cy="10543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mùi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MQ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3135" y="-1"/>
            <a:ext cx="6938866" cy="6858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686" y="1698171"/>
            <a:ext cx="48068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rẻ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5686" y="3735356"/>
            <a:ext cx="4629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nhiễm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31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0"/>
            <a:ext cx="10515600" cy="1325563"/>
          </a:xfrm>
        </p:spPr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MQ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48951" y="1491762"/>
            <a:ext cx="457355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khí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MQ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alt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SnO2,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trở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khí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sạch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ô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nhiễm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nồng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khí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ô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nhiễm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trở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nó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685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5374433" y="1186932"/>
            <a:ext cx="6817567" cy="5671068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733835"/>
              </p:ext>
            </p:extLst>
          </p:nvPr>
        </p:nvGraphicFramePr>
        <p:xfrm>
          <a:off x="2045601" y="4056745"/>
          <a:ext cx="1402975" cy="729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4" imgW="439037" imgH="228544" progId="Equation.DSMT4">
                  <p:embed/>
                </p:oleObj>
              </mc:Choice>
              <mc:Fallback>
                <p:oleObj name="Equation" r:id="rId4" imgW="439037" imgH="2285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45601" y="4056745"/>
                        <a:ext cx="1402975" cy="729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4928800"/>
            <a:ext cx="512250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sz="2400" baseline="-25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trở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khí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sạch</a:t>
            </a:r>
            <a:endParaRPr lang="en-US" alt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2400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24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trở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môi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khí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ô</a:t>
            </a: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24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nhiễm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93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985" y="150521"/>
            <a:ext cx="9808029" cy="941161"/>
          </a:xfrm>
        </p:spPr>
        <p:txBody>
          <a:bodyPr>
            <a:normAutofit fontScale="90000"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DHT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ẩm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9953" y="1913812"/>
            <a:ext cx="4701947" cy="3391194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53143" y="2039749"/>
            <a:ext cx="455333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72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Nhiệt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en-US" sz="2400" baseline="30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ẩm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môi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(%)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ảnh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hưởng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tới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khí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cảm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alt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MQ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32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687" y="94537"/>
            <a:ext cx="2240902" cy="58659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672" y="892562"/>
            <a:ext cx="9942120" cy="585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6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066453" cy="875846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TRẠM ĐO (CNTT-HVN)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399190" y="219077"/>
            <a:ext cx="5690504" cy="75873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/>
          <p:cNvSpPr txBox="1"/>
          <p:nvPr/>
        </p:nvSpPr>
        <p:spPr>
          <a:xfrm>
            <a:off x="441647" y="2493058"/>
            <a:ext cx="27618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MQ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 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Hộp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2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976" y="0"/>
            <a:ext cx="11076992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 SỐ HÌNH ẢNH TRIỂN ĐẶT TRẠM ĐO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53" y="1325563"/>
            <a:ext cx="9835443" cy="55324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53" y="1325562"/>
            <a:ext cx="9835443" cy="5532437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53" y="1325560"/>
            <a:ext cx="9835443" cy="5532437"/>
          </a:xfrm>
        </p:spPr>
      </p:pic>
    </p:spTree>
    <p:extLst>
      <p:ext uri="{BB962C8B-B14F-4D97-AF65-F5344CB8AC3E}">
        <p14:creationId xmlns:p14="http://schemas.microsoft.com/office/powerpoint/2010/main" val="302830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6647"/>
            <a:ext cx="5647152" cy="301296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8352"/>
            <a:ext cx="6459564" cy="33310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515947" cy="88517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 SỐ KẾT QUẢ ĐO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041" y="3124333"/>
            <a:ext cx="6997959" cy="37336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041" y="0"/>
            <a:ext cx="6997959" cy="373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7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287</Words>
  <Application>Microsoft Office PowerPoint</Application>
  <PresentationFormat>Widescreen</PresentationFormat>
  <Paragraphs>39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MathType 7.0 Equation</vt:lpstr>
      <vt:lpstr>NGHIÊN CỨU XÂY DỰNG TRẠM ĐO ĐÁNH GIÁ MỨC ĐỘ Ô NHIỂM BẰNG CÔNG NGHỆ IoT</vt:lpstr>
      <vt:lpstr>Ô NHIỄM MÙI TẠI CƠ SỞ CHĂN NUÔI?</vt:lpstr>
      <vt:lpstr>Ô NHIỄM MÙI DO NGUỒN NƯỚC THẢI</vt:lpstr>
      <vt:lpstr>PHƯƠNG PHÁP NGHIÊN CỨU </vt:lpstr>
      <vt:lpstr>Họ cảm biến mùi  MQ</vt:lpstr>
      <vt:lpstr>Nguyên lý hoạt động của họ cảm biến MQ</vt:lpstr>
      <vt:lpstr>Cảm biến DHT (đo nhiệt độ, độ ẩm không khí)</vt:lpstr>
      <vt:lpstr>ESP32</vt:lpstr>
      <vt:lpstr>TRẠM ĐO (CNTT-HVN)</vt:lpstr>
      <vt:lpstr>MỘT SỐ HÌNH ẢNH TRIỂN ĐẶT TRẠM ĐO</vt:lpstr>
      <vt:lpstr>MỘT SỐ KẾT QUẢ ĐO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NGHIÊN CỨU XÂY DỰNG TRẠM ĐO ĐÁNH GIÁ MỨC ĐỘ Ô NHIỂM BẰNG CÔNG NGHỆ IoT</dc:title>
  <dc:creator>84987520848</dc:creator>
  <cp:lastModifiedBy>84987520848</cp:lastModifiedBy>
  <cp:revision>20</cp:revision>
  <dcterms:created xsi:type="dcterms:W3CDTF">2024-09-05T01:38:52Z</dcterms:created>
  <dcterms:modified xsi:type="dcterms:W3CDTF">2024-09-05T08:12:40Z</dcterms:modified>
</cp:coreProperties>
</file>